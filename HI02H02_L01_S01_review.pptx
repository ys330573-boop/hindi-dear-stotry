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3" r:id="rId7"/>
    <p:sldId id="261" r:id="rId8"/>
    <p:sldId id="285" r:id="rId9"/>
    <p:sldId id="262" r:id="rId10"/>
    <p:sldId id="286" r:id="rId11"/>
    <p:sldId id="263" r:id="rId12"/>
    <p:sldId id="287" r:id="rId13"/>
    <p:sldId id="264" r:id="rId14"/>
    <p:sldId id="265" r:id="rId15"/>
    <p:sldId id="288" r:id="rId16"/>
    <p:sldId id="266" r:id="rId17"/>
    <p:sldId id="267" r:id="rId18"/>
    <p:sldId id="269" r:id="rId19"/>
    <p:sldId id="271" r:id="rId20"/>
    <p:sldId id="270" r:id="rId21"/>
    <p:sldId id="276" r:id="rId22"/>
    <p:sldId id="278" r:id="rId23"/>
    <p:sldId id="281" r:id="rId24"/>
    <p:sldId id="275" r:id="rId25"/>
    <p:sldId id="289" r:id="rId26"/>
    <p:sldId id="290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20C196-4E7A-4583-9763-78C0F82373A4}" v="93" dt="2026-10-08T09:35:18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ndu Gupta" userId="dfa8bd288816c637" providerId="LiveId" clId="{16DB5D22-D319-483F-BC48-846956893E87}"/>
    <pc:docChg chg="undo redo custSel addSld delSld modSld sldOrd">
      <pc:chgData name="Bindu Gupta" userId="dfa8bd288816c637" providerId="LiveId" clId="{16DB5D22-D319-483F-BC48-846956893E87}" dt="2026-10-09T05:46:23.479" v="6757" actId="20577"/>
      <pc:docMkLst>
        <pc:docMk/>
      </pc:docMkLst>
      <pc:sldChg chg="addSp delSp modSp mod setBg">
        <pc:chgData name="Bindu Gupta" userId="dfa8bd288816c637" providerId="LiveId" clId="{16DB5D22-D319-483F-BC48-846956893E87}" dt="2026-10-07T09:25:08.318" v="59" actId="20577"/>
        <pc:sldMkLst>
          <pc:docMk/>
          <pc:sldMk cId="0" sldId="258"/>
        </pc:sldMkLst>
        <pc:spChg chg="mod">
          <ac:chgData name="Bindu Gupta" userId="dfa8bd288816c637" providerId="LiveId" clId="{16DB5D22-D319-483F-BC48-846956893E87}" dt="2026-10-07T09:24:41.582" v="44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Bindu Gupta" userId="dfa8bd288816c637" providerId="LiveId" clId="{16DB5D22-D319-483F-BC48-846956893E87}" dt="2026-10-07T09:25:08.318" v="59" actId="20577"/>
          <ac:spMkLst>
            <pc:docMk/>
            <pc:sldMk cId="0" sldId="258"/>
            <ac:spMk id="4" creationId="{00000000-0000-0000-0000-000000000000}"/>
          </ac:spMkLst>
        </pc:spChg>
        <pc:picChg chg="mod ord">
          <ac:chgData name="Bindu Gupta" userId="dfa8bd288816c637" providerId="LiveId" clId="{16DB5D22-D319-483F-BC48-846956893E87}" dt="2026-10-07T09:24:41.582" v="44" actId="26606"/>
          <ac:picMkLst>
            <pc:docMk/>
            <pc:sldMk cId="0" sldId="258"/>
            <ac:picMk id="3" creationId="{00000000-0000-0000-0000-000000000000}"/>
          </ac:picMkLst>
        </pc:picChg>
        <pc:picChg chg="add mod">
          <ac:chgData name="Bindu Gupta" userId="dfa8bd288816c637" providerId="LiveId" clId="{16DB5D22-D319-483F-BC48-846956893E87}" dt="2026-10-07T09:24:52.641" v="55" actId="1076"/>
          <ac:picMkLst>
            <pc:docMk/>
            <pc:sldMk cId="0" sldId="258"/>
            <ac:picMk id="6" creationId="{25A3D60F-F709-B8D9-8190-66985E49AD28}"/>
          </ac:picMkLst>
        </pc:picChg>
      </pc:sldChg>
      <pc:sldChg chg="modSp mod">
        <pc:chgData name="Bindu Gupta" userId="dfa8bd288816c637" providerId="LiveId" clId="{16DB5D22-D319-483F-BC48-846956893E87}" dt="2026-10-07T09:32:59.478" v="64" actId="20577"/>
        <pc:sldMkLst>
          <pc:docMk/>
          <pc:sldMk cId="0" sldId="259"/>
        </pc:sldMkLst>
        <pc:spChg chg="mod">
          <ac:chgData name="Bindu Gupta" userId="dfa8bd288816c637" providerId="LiveId" clId="{16DB5D22-D319-483F-BC48-846956893E87}" dt="2026-10-07T09:32:59.478" v="64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Bindu Gupta" userId="dfa8bd288816c637" providerId="LiveId" clId="{16DB5D22-D319-483F-BC48-846956893E87}" dt="2026-10-07T10:51:52.345" v="230" actId="20577"/>
        <pc:sldMkLst>
          <pc:docMk/>
          <pc:sldMk cId="0" sldId="260"/>
        </pc:sldMkLst>
        <pc:spChg chg="mod">
          <ac:chgData name="Bindu Gupta" userId="dfa8bd288816c637" providerId="LiveId" clId="{16DB5D22-D319-483F-BC48-846956893E87}" dt="2026-10-07T10:51:52.345" v="230" actId="20577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Bindu Gupta" userId="dfa8bd288816c637" providerId="LiveId" clId="{16DB5D22-D319-483F-BC48-846956893E87}" dt="2026-10-07T13:04:53.727" v="3043" actId="20577"/>
        <pc:sldMkLst>
          <pc:docMk/>
          <pc:sldMk cId="0" sldId="261"/>
        </pc:sldMkLst>
        <pc:spChg chg="mod">
          <ac:chgData name="Bindu Gupta" userId="dfa8bd288816c637" providerId="LiveId" clId="{16DB5D22-D319-483F-BC48-846956893E87}" dt="2026-10-07T13:04:53.727" v="3043" actId="20577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Bindu Gupta" userId="dfa8bd288816c637" providerId="LiveId" clId="{16DB5D22-D319-483F-BC48-846956893E87}" dt="2026-10-07T11:02:35.657" v="641" actId="20577"/>
        <pc:sldMkLst>
          <pc:docMk/>
          <pc:sldMk cId="0" sldId="262"/>
        </pc:sldMkLst>
        <pc:spChg chg="mod">
          <ac:chgData name="Bindu Gupta" userId="dfa8bd288816c637" providerId="LiveId" clId="{16DB5D22-D319-483F-BC48-846956893E87}" dt="2026-10-07T11:02:35.657" v="641" actId="20577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Bindu Gupta" userId="dfa8bd288816c637" providerId="LiveId" clId="{16DB5D22-D319-483F-BC48-846956893E87}" dt="2026-10-07T11:07:22.524" v="855" actId="20577"/>
        <pc:sldMkLst>
          <pc:docMk/>
          <pc:sldMk cId="0" sldId="263"/>
        </pc:sldMkLst>
        <pc:spChg chg="mod">
          <ac:chgData name="Bindu Gupta" userId="dfa8bd288816c637" providerId="LiveId" clId="{16DB5D22-D319-483F-BC48-846956893E87}" dt="2026-10-07T11:07:22.524" v="855" actId="20577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Bindu Gupta" userId="dfa8bd288816c637" providerId="LiveId" clId="{16DB5D22-D319-483F-BC48-846956893E87}" dt="2026-10-07T11:10:41.626" v="1101" actId="20577"/>
        <pc:sldMkLst>
          <pc:docMk/>
          <pc:sldMk cId="0" sldId="264"/>
        </pc:sldMkLst>
        <pc:spChg chg="mod">
          <ac:chgData name="Bindu Gupta" userId="dfa8bd288816c637" providerId="LiveId" clId="{16DB5D22-D319-483F-BC48-846956893E87}" dt="2026-10-07T11:10:41.626" v="1101" actId="20577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Bindu Gupta" userId="dfa8bd288816c637" providerId="LiveId" clId="{16DB5D22-D319-483F-BC48-846956893E87}" dt="2026-10-07T11:54:35.381" v="1233" actId="20577"/>
        <pc:sldMkLst>
          <pc:docMk/>
          <pc:sldMk cId="0" sldId="265"/>
        </pc:sldMkLst>
        <pc:spChg chg="mod">
          <ac:chgData name="Bindu Gupta" userId="dfa8bd288816c637" providerId="LiveId" clId="{16DB5D22-D319-483F-BC48-846956893E87}" dt="2026-10-07T11:54:35.381" v="1233" actId="20577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Bindu Gupta" userId="dfa8bd288816c637" providerId="LiveId" clId="{16DB5D22-D319-483F-BC48-846956893E87}" dt="2026-10-08T05:46:45.739" v="4823" actId="20577"/>
        <pc:sldMkLst>
          <pc:docMk/>
          <pc:sldMk cId="0" sldId="266"/>
        </pc:sldMkLst>
        <pc:spChg chg="mod">
          <ac:chgData name="Bindu Gupta" userId="dfa8bd288816c637" providerId="LiveId" clId="{16DB5D22-D319-483F-BC48-846956893E87}" dt="2026-10-08T05:46:45.739" v="4823" actId="20577"/>
          <ac:spMkLst>
            <pc:docMk/>
            <pc:sldMk cId="0" sldId="266"/>
            <ac:spMk id="4" creationId="{00000000-0000-0000-0000-000000000000}"/>
          </ac:spMkLst>
        </pc:spChg>
      </pc:sldChg>
      <pc:sldChg chg="addSp delSp modSp mod">
        <pc:chgData name="Bindu Gupta" userId="dfa8bd288816c637" providerId="LiveId" clId="{16DB5D22-D319-483F-BC48-846956893E87}" dt="2026-10-07T13:20:22.962" v="3452" actId="20577"/>
        <pc:sldMkLst>
          <pc:docMk/>
          <pc:sldMk cId="0" sldId="267"/>
        </pc:sldMkLst>
        <pc:spChg chg="mod">
          <ac:chgData name="Bindu Gupta" userId="dfa8bd288816c637" providerId="LiveId" clId="{16DB5D22-D319-483F-BC48-846956893E87}" dt="2026-10-07T13:20:22.962" v="3452" actId="20577"/>
          <ac:spMkLst>
            <pc:docMk/>
            <pc:sldMk cId="0" sldId="267"/>
            <ac:spMk id="4" creationId="{00000000-0000-0000-0000-000000000000}"/>
          </ac:spMkLst>
        </pc:spChg>
        <pc:picChg chg="add mod">
          <ac:chgData name="Bindu Gupta" userId="dfa8bd288816c637" providerId="LiveId" clId="{16DB5D22-D319-483F-BC48-846956893E87}" dt="2026-10-07T13:20:03.426" v="3437" actId="14100"/>
          <ac:picMkLst>
            <pc:docMk/>
            <pc:sldMk cId="0" sldId="267"/>
            <ac:picMk id="5" creationId="{00000000-0000-0000-0000-000000000000}"/>
          </ac:picMkLst>
        </pc:picChg>
      </pc:sldChg>
      <pc:sldChg chg="del">
        <pc:chgData name="Bindu Gupta" userId="dfa8bd288816c637" providerId="LiveId" clId="{16DB5D22-D319-483F-BC48-846956893E87}" dt="2026-10-08T05:49:07.055" v="4863" actId="2696"/>
        <pc:sldMkLst>
          <pc:docMk/>
          <pc:sldMk cId="0" sldId="268"/>
        </pc:sldMkLst>
      </pc:sldChg>
      <pc:sldChg chg="modSp mod">
        <pc:chgData name="Bindu Gupta" userId="dfa8bd288816c637" providerId="LiveId" clId="{16DB5D22-D319-483F-BC48-846956893E87}" dt="2026-10-07T12:26:26.879" v="2677" actId="20577"/>
        <pc:sldMkLst>
          <pc:docMk/>
          <pc:sldMk cId="0" sldId="269"/>
        </pc:sldMkLst>
        <pc:spChg chg="mod">
          <ac:chgData name="Bindu Gupta" userId="dfa8bd288816c637" providerId="LiveId" clId="{16DB5D22-D319-483F-BC48-846956893E87}" dt="2026-10-07T12:26:26.879" v="2677" actId="20577"/>
          <ac:spMkLst>
            <pc:docMk/>
            <pc:sldMk cId="0" sldId="269"/>
            <ac:spMk id="4" creationId="{00000000-0000-0000-0000-000000000000}"/>
          </ac:spMkLst>
        </pc:spChg>
      </pc:sldChg>
      <pc:sldChg chg="modSp mod">
        <pc:chgData name="Bindu Gupta" userId="dfa8bd288816c637" providerId="LiveId" clId="{16DB5D22-D319-483F-BC48-846956893E87}" dt="2026-10-08T08:09:48.854" v="5490" actId="20577"/>
        <pc:sldMkLst>
          <pc:docMk/>
          <pc:sldMk cId="0" sldId="270"/>
        </pc:sldMkLst>
        <pc:spChg chg="mod">
          <ac:chgData name="Bindu Gupta" userId="dfa8bd288816c637" providerId="LiveId" clId="{16DB5D22-D319-483F-BC48-846956893E87}" dt="2026-10-08T08:09:48.854" v="5490" actId="20577"/>
          <ac:spMkLst>
            <pc:docMk/>
            <pc:sldMk cId="0" sldId="270"/>
            <ac:spMk id="4" creationId="{00000000-0000-0000-0000-000000000000}"/>
          </ac:spMkLst>
        </pc:spChg>
      </pc:sldChg>
      <pc:sldChg chg="modSp mod ord">
        <pc:chgData name="Bindu Gupta" userId="dfa8bd288816c637" providerId="LiveId" clId="{16DB5D22-D319-483F-BC48-846956893E87}" dt="2026-10-07T13:17:55.812" v="3430" actId="20577"/>
        <pc:sldMkLst>
          <pc:docMk/>
          <pc:sldMk cId="0" sldId="271"/>
        </pc:sldMkLst>
        <pc:spChg chg="mod">
          <ac:chgData name="Bindu Gupta" userId="dfa8bd288816c637" providerId="LiveId" clId="{16DB5D22-D319-483F-BC48-846956893E87}" dt="2026-10-07T13:17:55.812" v="3430" actId="20577"/>
          <ac:spMkLst>
            <pc:docMk/>
            <pc:sldMk cId="0" sldId="271"/>
            <ac:spMk id="4" creationId="{00000000-0000-0000-0000-000000000000}"/>
          </ac:spMkLst>
        </pc:spChg>
      </pc:sldChg>
      <pc:sldChg chg="addSp delSp modSp del mod">
        <pc:chgData name="Bindu Gupta" userId="dfa8bd288816c637" providerId="LiveId" clId="{16DB5D22-D319-483F-BC48-846956893E87}" dt="2026-10-08T07:54:58.815" v="5349" actId="2696"/>
        <pc:sldMkLst>
          <pc:docMk/>
          <pc:sldMk cId="0" sldId="272"/>
        </pc:sldMkLst>
        <pc:spChg chg="mod">
          <ac:chgData name="Bindu Gupta" userId="dfa8bd288816c637" providerId="LiveId" clId="{16DB5D22-D319-483F-BC48-846956893E87}" dt="2026-10-08T07:43:37.094" v="5348" actId="20577"/>
          <ac:spMkLst>
            <pc:docMk/>
            <pc:sldMk cId="0" sldId="272"/>
            <ac:spMk id="4" creationId="{00000000-0000-0000-0000-000000000000}"/>
          </ac:spMkLst>
        </pc:spChg>
      </pc:sldChg>
      <pc:sldChg chg="ord">
        <pc:chgData name="Bindu Gupta" userId="dfa8bd288816c637" providerId="LiveId" clId="{16DB5D22-D319-483F-BC48-846956893E87}" dt="2026-10-08T05:32:22.324" v="4479"/>
        <pc:sldMkLst>
          <pc:docMk/>
          <pc:sldMk cId="0" sldId="275"/>
        </pc:sldMkLst>
      </pc:sldChg>
      <pc:sldChg chg="modSp mod">
        <pc:chgData name="Bindu Gupta" userId="dfa8bd288816c637" providerId="LiveId" clId="{16DB5D22-D319-483F-BC48-846956893E87}" dt="2026-10-07T13:34:22.887" v="3917" actId="20577"/>
        <pc:sldMkLst>
          <pc:docMk/>
          <pc:sldMk cId="0" sldId="276"/>
        </pc:sldMkLst>
        <pc:spChg chg="mod">
          <ac:chgData name="Bindu Gupta" userId="dfa8bd288816c637" providerId="LiveId" clId="{16DB5D22-D319-483F-BC48-846956893E87}" dt="2026-10-07T13:34:22.887" v="3917" actId="20577"/>
          <ac:spMkLst>
            <pc:docMk/>
            <pc:sldMk cId="0" sldId="276"/>
            <ac:spMk id="4" creationId="{00000000-0000-0000-0000-000000000000}"/>
          </ac:spMkLst>
        </pc:spChg>
      </pc:sldChg>
      <pc:sldChg chg="modSp mod">
        <pc:chgData name="Bindu Gupta" userId="dfa8bd288816c637" providerId="LiveId" clId="{16DB5D22-D319-483F-BC48-846956893E87}" dt="2026-10-07T13:40:08.223" v="4059" actId="20577"/>
        <pc:sldMkLst>
          <pc:docMk/>
          <pc:sldMk cId="0" sldId="278"/>
        </pc:sldMkLst>
        <pc:spChg chg="mod">
          <ac:chgData name="Bindu Gupta" userId="dfa8bd288816c637" providerId="LiveId" clId="{16DB5D22-D319-483F-BC48-846956893E87}" dt="2026-10-07T13:40:08.223" v="4059" actId="20577"/>
          <ac:spMkLst>
            <pc:docMk/>
            <pc:sldMk cId="0" sldId="278"/>
            <ac:spMk id="4" creationId="{00000000-0000-0000-0000-000000000000}"/>
          </ac:spMkLst>
        </pc:spChg>
      </pc:sldChg>
      <pc:sldChg chg="modSp mod">
        <pc:chgData name="Bindu Gupta" userId="dfa8bd288816c637" providerId="LiveId" clId="{16DB5D22-D319-483F-BC48-846956893E87}" dt="2026-10-07T13:46:25.397" v="4344"/>
        <pc:sldMkLst>
          <pc:docMk/>
          <pc:sldMk cId="0" sldId="281"/>
        </pc:sldMkLst>
        <pc:spChg chg="mod">
          <ac:chgData name="Bindu Gupta" userId="dfa8bd288816c637" providerId="LiveId" clId="{16DB5D22-D319-483F-BC48-846956893E87}" dt="2026-10-07T13:46:25.397" v="4344"/>
          <ac:spMkLst>
            <pc:docMk/>
            <pc:sldMk cId="0" sldId="281"/>
            <ac:spMk id="4" creationId="{00000000-0000-0000-0000-000000000000}"/>
          </ac:spMkLst>
        </pc:spChg>
      </pc:sldChg>
      <pc:sldChg chg="modSp mod">
        <pc:chgData name="Bindu Gupta" userId="dfa8bd288816c637" providerId="LiveId" clId="{16DB5D22-D319-483F-BC48-846956893E87}" dt="2026-10-07T13:59:58.543" v="4477" actId="20577"/>
        <pc:sldMkLst>
          <pc:docMk/>
          <pc:sldMk cId="0" sldId="282"/>
        </pc:sldMkLst>
        <pc:spChg chg="mod">
          <ac:chgData name="Bindu Gupta" userId="dfa8bd288816c637" providerId="LiveId" clId="{16DB5D22-D319-483F-BC48-846956893E87}" dt="2026-10-07T13:59:58.543" v="4477" actId="20577"/>
          <ac:spMkLst>
            <pc:docMk/>
            <pc:sldMk cId="0" sldId="282"/>
            <ac:spMk id="4" creationId="{00000000-0000-0000-0000-000000000000}"/>
          </ac:spMkLst>
        </pc:spChg>
      </pc:sldChg>
      <pc:sldChg chg="modSp add mod">
        <pc:chgData name="Bindu Gupta" userId="dfa8bd288816c637" providerId="LiveId" clId="{16DB5D22-D319-483F-BC48-846956893E87}" dt="2026-10-08T07:34:35.746" v="5324" actId="20577"/>
        <pc:sldMkLst>
          <pc:docMk/>
          <pc:sldMk cId="244962099" sldId="283"/>
        </pc:sldMkLst>
        <pc:spChg chg="mod">
          <ac:chgData name="Bindu Gupta" userId="dfa8bd288816c637" providerId="LiveId" clId="{16DB5D22-D319-483F-BC48-846956893E87}" dt="2026-10-08T07:34:35.746" v="5324" actId="20577"/>
          <ac:spMkLst>
            <pc:docMk/>
            <pc:sldMk cId="244962099" sldId="283"/>
            <ac:spMk id="4" creationId="{ACCD20D8-4D3F-6E59-B887-02D99C1DF29A}"/>
          </ac:spMkLst>
        </pc:spChg>
      </pc:sldChg>
      <pc:sldChg chg="modSp add mod">
        <pc:chgData name="Bindu Gupta" userId="dfa8bd288816c637" providerId="LiveId" clId="{16DB5D22-D319-483F-BC48-846956893E87}" dt="2026-10-07T10:59:28.987" v="443" actId="20577"/>
        <pc:sldMkLst>
          <pc:docMk/>
          <pc:sldMk cId="2973848684" sldId="285"/>
        </pc:sldMkLst>
        <pc:spChg chg="mod">
          <ac:chgData name="Bindu Gupta" userId="dfa8bd288816c637" providerId="LiveId" clId="{16DB5D22-D319-483F-BC48-846956893E87}" dt="2026-10-07T10:59:28.987" v="443" actId="20577"/>
          <ac:spMkLst>
            <pc:docMk/>
            <pc:sldMk cId="2973848684" sldId="285"/>
            <ac:spMk id="4" creationId="{727CF16C-7995-58AC-70DB-6065D57CD628}"/>
          </ac:spMkLst>
        </pc:spChg>
      </pc:sldChg>
      <pc:sldChg chg="modSp add mod">
        <pc:chgData name="Bindu Gupta" userId="dfa8bd288816c637" providerId="LiveId" clId="{16DB5D22-D319-483F-BC48-846956893E87}" dt="2026-10-07T13:44:59.690" v="4303" actId="20577"/>
        <pc:sldMkLst>
          <pc:docMk/>
          <pc:sldMk cId="2537355976" sldId="286"/>
        </pc:sldMkLst>
        <pc:spChg chg="mod">
          <ac:chgData name="Bindu Gupta" userId="dfa8bd288816c637" providerId="LiveId" clId="{16DB5D22-D319-483F-BC48-846956893E87}" dt="2026-10-07T13:44:59.690" v="4303" actId="20577"/>
          <ac:spMkLst>
            <pc:docMk/>
            <pc:sldMk cId="2537355976" sldId="286"/>
            <ac:spMk id="4" creationId="{610F215B-6257-B6CA-E1BD-634BC0D10792}"/>
          </ac:spMkLst>
        </pc:spChg>
      </pc:sldChg>
      <pc:sldChg chg="modSp add mod">
        <pc:chgData name="Bindu Gupta" userId="dfa8bd288816c637" providerId="LiveId" clId="{16DB5D22-D319-483F-BC48-846956893E87}" dt="2026-10-07T11:08:43.892" v="963" actId="20577"/>
        <pc:sldMkLst>
          <pc:docMk/>
          <pc:sldMk cId="31153573" sldId="287"/>
        </pc:sldMkLst>
        <pc:spChg chg="mod">
          <ac:chgData name="Bindu Gupta" userId="dfa8bd288816c637" providerId="LiveId" clId="{16DB5D22-D319-483F-BC48-846956893E87}" dt="2026-10-07T11:08:43.892" v="963" actId="20577"/>
          <ac:spMkLst>
            <pc:docMk/>
            <pc:sldMk cId="31153573" sldId="287"/>
            <ac:spMk id="4" creationId="{53A9E0F6-5558-F037-F883-A7494B91B78E}"/>
          </ac:spMkLst>
        </pc:spChg>
      </pc:sldChg>
      <pc:sldChg chg="modSp add mod">
        <pc:chgData name="Bindu Gupta" userId="dfa8bd288816c637" providerId="LiveId" clId="{16DB5D22-D319-483F-BC48-846956893E87}" dt="2026-10-07T11:55:58.942" v="1360" actId="20577"/>
        <pc:sldMkLst>
          <pc:docMk/>
          <pc:sldMk cId="2387284807" sldId="288"/>
        </pc:sldMkLst>
        <pc:spChg chg="mod">
          <ac:chgData name="Bindu Gupta" userId="dfa8bd288816c637" providerId="LiveId" clId="{16DB5D22-D319-483F-BC48-846956893E87}" dt="2026-10-07T11:55:58.942" v="1360" actId="20577"/>
          <ac:spMkLst>
            <pc:docMk/>
            <pc:sldMk cId="2387284807" sldId="288"/>
            <ac:spMk id="4" creationId="{962D82F7-122F-BEE4-2182-96909B688FBA}"/>
          </ac:spMkLst>
        </pc:spChg>
      </pc:sldChg>
      <pc:sldChg chg="delSp modSp add mod">
        <pc:chgData name="Bindu Gupta" userId="dfa8bd288816c637" providerId="LiveId" clId="{16DB5D22-D319-483F-BC48-846956893E87}" dt="2026-10-08T09:25:28.144" v="5882" actId="20577"/>
        <pc:sldMkLst>
          <pc:docMk/>
          <pc:sldMk cId="791168714" sldId="289"/>
        </pc:sldMkLst>
        <pc:spChg chg="mod">
          <ac:chgData name="Bindu Gupta" userId="dfa8bd288816c637" providerId="LiveId" clId="{16DB5D22-D319-483F-BC48-846956893E87}" dt="2026-10-08T09:25:28.144" v="5882" actId="20577"/>
          <ac:spMkLst>
            <pc:docMk/>
            <pc:sldMk cId="791168714" sldId="289"/>
            <ac:spMk id="4" creationId="{993D46FA-FC10-3133-2639-AFC96CA9C38A}"/>
          </ac:spMkLst>
        </pc:spChg>
        <pc:picChg chg="del">
          <ac:chgData name="Bindu Gupta" userId="dfa8bd288816c637" providerId="LiveId" clId="{16DB5D22-D319-483F-BC48-846956893E87}" dt="2026-10-08T05:32:56.076" v="4481" actId="478"/>
          <ac:picMkLst>
            <pc:docMk/>
            <pc:sldMk cId="791168714" sldId="289"/>
            <ac:picMk id="3" creationId="{FB426B37-73BC-C0B8-22E6-0982A4FAA8E1}"/>
          </ac:picMkLst>
        </pc:picChg>
      </pc:sldChg>
      <pc:sldChg chg="addSp delSp modSp add mod">
        <pc:chgData name="Bindu Gupta" userId="dfa8bd288816c637" providerId="LiveId" clId="{16DB5D22-D319-483F-BC48-846956893E87}" dt="2026-10-09T05:46:23.479" v="6757" actId="20577"/>
        <pc:sldMkLst>
          <pc:docMk/>
          <pc:sldMk cId="3608823098" sldId="290"/>
        </pc:sldMkLst>
        <pc:spChg chg="add del mod">
          <ac:chgData name="Bindu Gupta" userId="dfa8bd288816c637" providerId="LiveId" clId="{16DB5D22-D319-483F-BC48-846956893E87}" dt="2026-10-08T09:30:49.222" v="6353"/>
          <ac:spMkLst>
            <pc:docMk/>
            <pc:sldMk cId="3608823098" sldId="290"/>
            <ac:spMk id="3" creationId="{F8D4B1F7-9832-D711-B971-97E4F5AC7B57}"/>
          </ac:spMkLst>
        </pc:spChg>
        <pc:spChg chg="mod">
          <ac:chgData name="Bindu Gupta" userId="dfa8bd288816c637" providerId="LiveId" clId="{16DB5D22-D319-483F-BC48-846956893E87}" dt="2026-10-09T05:46:23.479" v="6757" actId="20577"/>
          <ac:spMkLst>
            <pc:docMk/>
            <pc:sldMk cId="3608823098" sldId="290"/>
            <ac:spMk id="4" creationId="{7BEC88A4-85AB-AE10-A869-B5DC89F32814}"/>
          </ac:spMkLst>
        </pc:spChg>
        <pc:spChg chg="add del mod">
          <ac:chgData name="Bindu Gupta" userId="dfa8bd288816c637" providerId="LiveId" clId="{16DB5D22-D319-483F-BC48-846956893E87}" dt="2026-10-08T09:30:49.222" v="6351"/>
          <ac:spMkLst>
            <pc:docMk/>
            <pc:sldMk cId="3608823098" sldId="290"/>
            <ac:spMk id="5" creationId="{35038A83-174E-4F2A-D9A3-03DD09DF69CD}"/>
          </ac:spMkLst>
        </pc:spChg>
        <pc:spChg chg="add del mod">
          <ac:chgData name="Bindu Gupta" userId="dfa8bd288816c637" providerId="LiveId" clId="{16DB5D22-D319-483F-BC48-846956893E87}" dt="2026-10-08T09:30:49.221" v="6349"/>
          <ac:spMkLst>
            <pc:docMk/>
            <pc:sldMk cId="3608823098" sldId="290"/>
            <ac:spMk id="6" creationId="{0D57373F-D254-4517-E717-750DF48FFDC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774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B3D8C"/>
                </a:solidFill>
              </a:rPr>
              <a:t>HI02H02_L01_S01 — वह हँस दिया</a:t>
            </a:r>
          </a:p>
          <a:p>
            <a:pPr algn="ctr"/>
            <a:r>
              <a:rPr sz="1800">
                <a:solidFill>
                  <a:srgbClr val="5A6678"/>
                </a:solidFill>
              </a:rPr>
              <a:t>Page-by-page review · 25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3D8C"/>
                </a:solidFill>
              </a:rPr>
              <a:t>Overall recommendations &amp; open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B2A44"/>
                </a:solidFill>
              </a:rPr>
              <a:t>• {'title': 'HI02H02_L01_S01 · वह हँस दिया — प्रसंग-संकेत से नए शब्दों के अर्थ', 'summary': ["Teaches: working out a NEW word's meaning from nearby clue sentences and from story order.", 'New words: ठोकर, चुप (tutorial demos) · नाला, सहलाया (guided, clues shown) · खंडहर, वरना (practice, no highlight).', "Mini-games: pick the meaning (word underlined, 🔍 clue lines), tap the clue / 'just before' sentence, sort सुराग़ है / नहीं, find the word's thing in the picture.", 'Misconceptions built in: sound-alike distractors (टोकरी, ताला, सहेली, झरना, हरा-भरा खेत) and story-order items.', 'Art: original StoryWeaver illustrations (CC BY 4.0, credited) + 2 generated pictures (टोकरी, ताला). VO: Gemini Kore.', "For SME: खंडहर's weak text clue; distractor choices; आप gate lines vs तुम prompts; EAR-CHECK vo_o_t_jharna, vo_o_t_hansna."]}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400" b="1">
                <a:solidFill>
                  <a:srgbClr val="0B3D8C"/>
                </a:solidFill>
              </a:rPr>
              <a:t>Page 1 · 01_landing.png</a:t>
            </a:r>
          </a:p>
        </p:txBody>
      </p:sp>
      <p:pic>
        <p:nvPicPr>
          <p:cNvPr id="3" name="Picture 2" descr="01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lang="en-IN" dirty="0"/>
              <a:t>Landing — title- </a:t>
            </a:r>
            <a:r>
              <a:rPr lang="hi-IN" dirty="0"/>
              <a:t>वह हँस दिया </a:t>
            </a:r>
          </a:p>
          <a:p>
            <a:endParaRPr lang="hi-IN" sz="1600" dirty="0"/>
          </a:p>
          <a:p>
            <a:endParaRPr lang="hi-IN" sz="1600" dirty="0"/>
          </a:p>
          <a:p>
            <a:endParaRPr lang="hi-IN" sz="1600" dirty="0"/>
          </a:p>
          <a:p>
            <a:endParaRPr lang="hi-IN" sz="1600" dirty="0"/>
          </a:p>
          <a:p>
            <a:endParaRPr lang="hi-IN" sz="1600" dirty="0"/>
          </a:p>
          <a:p>
            <a:endParaRPr lang="hi-IN" sz="1600" dirty="0"/>
          </a:p>
          <a:p>
            <a:endParaRPr lang="hi-IN" sz="1600" dirty="0"/>
          </a:p>
          <a:p>
            <a:endParaRPr lang="hi-IN" sz="1600" dirty="0"/>
          </a:p>
          <a:p>
            <a:endParaRPr lang="hi-IN" sz="1600" dirty="0"/>
          </a:p>
          <a:p>
            <a:endParaRPr lang="hi-IN" sz="1600" dirty="0"/>
          </a:p>
          <a:p>
            <a:br>
              <a:rPr lang="hi-IN" sz="1600" dirty="0"/>
            </a:br>
            <a:endParaRPr lang="hi-IN" sz="1600" dirty="0"/>
          </a:p>
          <a:p>
            <a:r>
              <a:rPr lang="en-IN" dirty="0"/>
              <a:t>Vo- </a:t>
            </a:r>
            <a:r>
              <a:rPr lang="hi-IN" dirty="0"/>
              <a:t>नमस्ते दोस्त, मैं हूँ </a:t>
            </a:r>
            <a:r>
              <a:rPr lang="en-IN" dirty="0" err="1"/>
              <a:t>swiftee</a:t>
            </a:r>
            <a:r>
              <a:rPr lang="en-IN" dirty="0"/>
              <a:t>, </a:t>
            </a:r>
            <a:r>
              <a:rPr lang="hi-IN" dirty="0"/>
              <a:t>आज हम एक कहानी पढ़ेंगे- वह हँस दिया । </a:t>
            </a:r>
          </a:p>
          <a:p>
            <a:endParaRPr lang="hi-IN" sz="1600" dirty="0"/>
          </a:p>
          <a:p>
            <a:br>
              <a:rPr lang="hi-IN" sz="1600" dirty="0"/>
            </a:br>
            <a:endParaRPr lang="hi-IN" sz="1600" b="1" dirty="0">
              <a:solidFill>
                <a:srgbClr val="0B3D8C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A3D60F-F709-B8D9-8190-66985E49A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0279" y="1530253"/>
            <a:ext cx="3000226" cy="22370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2 · 02_PHASE_TRANSITION.png</a:t>
            </a:r>
          </a:p>
        </p:txBody>
      </p:sp>
      <p:pic>
        <p:nvPicPr>
          <p:cNvPr id="3" name="Picture 2" descr="02_PHASE_TRAN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 </a:t>
            </a:r>
            <a:r>
              <a:rPr lang="en-US" sz="1300" dirty="0" err="1">
                <a:solidFill>
                  <a:srgbClr val="1B2A44"/>
                </a:solidFill>
              </a:rPr>
              <a:t>vo</a:t>
            </a:r>
            <a:r>
              <a:rPr lang="en-US" sz="1300" dirty="0">
                <a:solidFill>
                  <a:srgbClr val="1B2A44"/>
                </a:solidFill>
              </a:rPr>
              <a:t>- </a:t>
            </a:r>
            <a:r>
              <a:rPr lang="hi-IN" dirty="0"/>
              <a:t>ध्यान से देखिए और मेरे साथ पढ़िए, चलिए शुरू करें । </a:t>
            </a:r>
            <a:endParaRPr lang="hi-IN" sz="1400" dirty="0"/>
          </a:p>
          <a:p>
            <a:br>
              <a:rPr lang="hi-IN" sz="1400" dirty="0"/>
            </a:br>
            <a:endParaRPr sz="1300" dirty="0">
              <a:solidFill>
                <a:srgbClr val="1B2A4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3 · 03_STORY_READALONG.png</a:t>
            </a:r>
          </a:p>
        </p:txBody>
      </p:sp>
      <p:pic>
        <p:nvPicPr>
          <p:cNvPr id="3" name="Picture 2" descr="03_STORY_READAL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610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</a:t>
            </a:r>
            <a:r>
              <a:rPr lang="en-IN" dirty="0"/>
              <a:t>heading text – </a:t>
            </a:r>
            <a:r>
              <a:rPr lang="hi-IN" dirty="0"/>
              <a:t>कहानी पढ़िए </a:t>
            </a:r>
            <a:endParaRPr lang="hi-IN" sz="1400" dirty="0"/>
          </a:p>
          <a:p>
            <a:br>
              <a:rPr lang="hi-IN" sz="1400" dirty="0"/>
            </a:br>
            <a:endParaRPr lang="hi-IN" sz="1400" dirty="0"/>
          </a:p>
          <a:p>
            <a:r>
              <a:rPr lang="en-IN" dirty="0"/>
              <a:t>Vo - </a:t>
            </a:r>
            <a:r>
              <a:rPr lang="hi-IN" dirty="0"/>
              <a:t>इस बटन पर टैप कीजिए और वाक्य पढ़िए । </a:t>
            </a:r>
            <a:endParaRPr lang="hi-IN" sz="1400" dirty="0"/>
          </a:p>
          <a:p>
            <a:r>
              <a:rPr lang="en-IN" dirty="0"/>
              <a:t>mic button glow </a:t>
            </a:r>
            <a:r>
              <a:rPr lang="en-IN" dirty="0" err="1"/>
              <a:t>krega</a:t>
            </a:r>
            <a:r>
              <a:rPr lang="en-IN" dirty="0"/>
              <a:t>, </a:t>
            </a:r>
            <a:r>
              <a:rPr lang="hi-IN" dirty="0"/>
              <a:t>जब बच्चा वाक्य पढ़ेगा तो </a:t>
            </a:r>
            <a:r>
              <a:rPr lang="en-IN" dirty="0"/>
              <a:t>waves </a:t>
            </a:r>
            <a:r>
              <a:rPr lang="hi-IN" dirty="0"/>
              <a:t>दिखनी चाहिए । </a:t>
            </a:r>
            <a:endParaRPr lang="hi-IN" sz="1400" dirty="0"/>
          </a:p>
          <a:p>
            <a:r>
              <a:rPr lang="hi-IN" dirty="0"/>
              <a:t>वाक्य का शब्द एक-एक करके </a:t>
            </a:r>
            <a:r>
              <a:rPr lang="en-IN" dirty="0"/>
              <a:t>highlight </a:t>
            </a:r>
            <a:r>
              <a:rPr lang="hi-IN" dirty="0"/>
              <a:t>होगा । </a:t>
            </a:r>
            <a:endParaRPr lang="hi-IN" sz="1400" dirty="0"/>
          </a:p>
          <a:p>
            <a:r>
              <a:rPr lang="hi-IN" dirty="0"/>
              <a:t>1 </a:t>
            </a:r>
            <a:r>
              <a:rPr lang="en-IN" dirty="0"/>
              <a:t>sec </a:t>
            </a:r>
            <a:r>
              <a:rPr lang="hi-IN" dirty="0"/>
              <a:t> हर शब्द highlight होने के बाद वाक्य का </a:t>
            </a:r>
            <a:r>
              <a:rPr lang="en-IN" dirty="0" err="1"/>
              <a:t>vo</a:t>
            </a:r>
            <a:r>
              <a:rPr lang="en-IN" dirty="0"/>
              <a:t> </a:t>
            </a:r>
            <a:r>
              <a:rPr lang="hi-IN" dirty="0"/>
              <a:t>आएगा और वाक्य पूरा होने के बाद आगे का </a:t>
            </a:r>
            <a:r>
              <a:rPr lang="en-IN" dirty="0"/>
              <a:t>button enable </a:t>
            </a:r>
            <a:r>
              <a:rPr lang="hi-IN" dirty="0"/>
              <a:t>होगा । </a:t>
            </a:r>
            <a:endParaRPr lang="hi-IN" sz="1400" dirty="0"/>
          </a:p>
          <a:p>
            <a:endParaRPr lang="hi-IN" sz="1400" dirty="0"/>
          </a:p>
          <a:p>
            <a:r>
              <a:rPr lang="en-IN" dirty="0"/>
              <a:t>Text on page- </a:t>
            </a:r>
            <a:r>
              <a:rPr lang="hi-IN" dirty="0"/>
              <a:t>हिरण का बच्चा दौड़ रहा था। </a:t>
            </a:r>
            <a:endParaRPr lang="hi-IN" sz="1400" dirty="0"/>
          </a:p>
          <a:p>
            <a:r>
              <a:rPr lang="en-IN" dirty="0"/>
              <a:t>Vo- </a:t>
            </a:r>
            <a:r>
              <a:rPr lang="hi-IN" dirty="0"/>
              <a:t>हिरण का बच्चा दौड़ रहा था। </a:t>
            </a:r>
            <a:endParaRPr lang="hi-IN" sz="1400" dirty="0"/>
          </a:p>
          <a:p>
            <a:r>
              <a:rPr lang="en-IN" dirty="0"/>
              <a:t>Image- </a:t>
            </a:r>
            <a:r>
              <a:rPr lang="hi-IN" dirty="0"/>
              <a:t>हिरण के बच्चे को दौड़ते हुए दिखाना है । </a:t>
            </a:r>
            <a:endParaRPr lang="hi-IN" sz="1400" dirty="0"/>
          </a:p>
          <a:p>
            <a:br>
              <a:rPr lang="hi-IN" sz="1400" dirty="0"/>
            </a:br>
            <a:endParaRPr sz="1300" dirty="0">
              <a:solidFill>
                <a:srgbClr val="1B2A4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EACC0-11F3-82C8-8B16-E085A4D07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6D7E10-7F36-40AC-D1A1-EE769932B57B}"/>
              </a:ext>
            </a:extLst>
          </p:cNvPr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3 · 03_STORY_READALONG.png</a:t>
            </a:r>
          </a:p>
        </p:txBody>
      </p:sp>
      <p:pic>
        <p:nvPicPr>
          <p:cNvPr id="3" name="Picture 2" descr="03_STORY_READALONG.png">
            <a:extLst>
              <a:ext uri="{FF2B5EF4-FFF2-40B4-BE49-F238E27FC236}">
                <a16:creationId xmlns:a16="http://schemas.microsoft.com/office/drawing/2014/main" id="{66DB0D05-5290-A034-E904-56C0225A0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CD20D8-4D3F-6E59-B887-02D99C1DF29A}"/>
              </a:ext>
            </a:extLst>
          </p:cNvPr>
          <p:cNvSpPr txBox="1"/>
          <p:nvPr/>
        </p:nvSpPr>
        <p:spPr>
          <a:xfrm>
            <a:off x="8229600" y="731520"/>
            <a:ext cx="3596335" cy="4170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</a:t>
            </a:r>
            <a:r>
              <a:rPr lang="en-IN" dirty="0"/>
              <a:t>heading text – </a:t>
            </a:r>
            <a:r>
              <a:rPr lang="hi-IN" dirty="0"/>
              <a:t>कहानी पढ़िए </a:t>
            </a:r>
            <a:endParaRPr lang="hi-IN" sz="1400" dirty="0"/>
          </a:p>
          <a:p>
            <a:br>
              <a:rPr lang="hi-IN" sz="1400" dirty="0"/>
            </a:br>
            <a:endParaRPr lang="hi-IN" sz="1400" dirty="0"/>
          </a:p>
          <a:p>
            <a:r>
              <a:rPr lang="en-IN" dirty="0"/>
              <a:t>Vo - </a:t>
            </a:r>
            <a:r>
              <a:rPr lang="hi-IN" dirty="0"/>
              <a:t>इस बटन पर टैप कीजिए और वाक्य पढ़िए । </a:t>
            </a:r>
            <a:endParaRPr lang="hi-IN" sz="1400" dirty="0"/>
          </a:p>
          <a:p>
            <a:endParaRPr lang="hi-IN" sz="1400" dirty="0"/>
          </a:p>
          <a:p>
            <a:r>
              <a:rPr lang="en-IN" dirty="0"/>
              <a:t>Text on page- </a:t>
            </a:r>
            <a:r>
              <a:rPr lang="hi-IN" dirty="0"/>
              <a:t>वह खरगोश और हाथी से भी आगे निकल गया। </a:t>
            </a:r>
          </a:p>
          <a:p>
            <a:r>
              <a:rPr lang="en-IN" dirty="0"/>
              <a:t>Vo- </a:t>
            </a:r>
            <a:r>
              <a:rPr lang="hi-IN" dirty="0"/>
              <a:t>दौड़ते-दौड़ते वह खरगोश और हाथी से भी आगे निकल गया। </a:t>
            </a:r>
            <a:endParaRPr lang="hi-IN" sz="1400" dirty="0"/>
          </a:p>
          <a:p>
            <a:r>
              <a:rPr lang="en-IN" dirty="0"/>
              <a:t>Image- </a:t>
            </a:r>
            <a:r>
              <a:rPr lang="hi-IN" dirty="0"/>
              <a:t>हिरण के बच्चे को खरगोश और हाथी  के आगे दौड़ते हुए दिखाना है । </a:t>
            </a:r>
            <a:endParaRPr lang="hi-IN" sz="1400" dirty="0"/>
          </a:p>
          <a:p>
            <a:br>
              <a:rPr lang="hi-IN" sz="1400" dirty="0"/>
            </a:br>
            <a:endParaRPr sz="1300" dirty="0">
              <a:solidFill>
                <a:srgbClr val="1B2A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62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4 · 04_STORY_READALONG.png</a:t>
            </a:r>
          </a:p>
        </p:txBody>
      </p:sp>
      <p:pic>
        <p:nvPicPr>
          <p:cNvPr id="3" name="Picture 2" descr="04_STORY_READAL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 </a:t>
            </a:r>
            <a:r>
              <a:rPr lang="en-IN" sz="1400" dirty="0"/>
              <a:t>heading text – </a:t>
            </a:r>
            <a:r>
              <a:rPr lang="hi-IN" sz="1400" dirty="0"/>
              <a:t>कहानी पढ़िए </a:t>
            </a:r>
            <a:endParaRPr lang="hi-IN" sz="1100" dirty="0"/>
          </a:p>
          <a:p>
            <a:br>
              <a:rPr lang="hi-IN" sz="1100" dirty="0"/>
            </a:br>
            <a:endParaRPr lang="hi-IN" sz="1100" dirty="0"/>
          </a:p>
          <a:p>
            <a:r>
              <a:rPr lang="en-IN" sz="1400" dirty="0"/>
              <a:t>Vo - </a:t>
            </a:r>
            <a:r>
              <a:rPr lang="hi-IN" sz="1400" dirty="0"/>
              <a:t>इस बटन पर टैप कीजिए और वाक्य पढ़िए । </a:t>
            </a:r>
            <a:endParaRPr lang="hi-IN" sz="1100" dirty="0"/>
          </a:p>
          <a:p>
            <a:endParaRPr lang="hi-IN" sz="1100" dirty="0"/>
          </a:p>
          <a:p>
            <a:r>
              <a:rPr lang="en-IN" sz="1400" dirty="0"/>
              <a:t>Text on page- </a:t>
            </a:r>
            <a:r>
              <a:rPr lang="hi-IN" sz="1400" dirty="0"/>
              <a:t>वह नाले के ऊपर से कूद गया। </a:t>
            </a:r>
          </a:p>
          <a:p>
            <a:r>
              <a:rPr lang="en-IN" sz="1400" dirty="0"/>
              <a:t>Vo- </a:t>
            </a:r>
            <a:r>
              <a:rPr lang="hi-IN" sz="1400" dirty="0"/>
              <a:t>वह नाले के ऊपर से कूद गया। </a:t>
            </a:r>
            <a:endParaRPr lang="hi-IN" sz="1100" dirty="0"/>
          </a:p>
          <a:p>
            <a:r>
              <a:rPr lang="en-IN" sz="1400" dirty="0"/>
              <a:t>Image- </a:t>
            </a:r>
            <a:r>
              <a:rPr lang="hi-IN" sz="1400" dirty="0"/>
              <a:t>हिरण के बच्चे को छोटी नहर/नाला के ऊपर से कूदते हुए दिखाना है । नाला दूर से बहकर आता हुआ दिखाना है । </a:t>
            </a:r>
            <a:endParaRPr lang="hi-IN" sz="1100" dirty="0"/>
          </a:p>
          <a:p>
            <a:endParaRPr sz="1300" dirty="0">
              <a:solidFill>
                <a:srgbClr val="1B2A4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36282-13B2-4C20-7AF2-F5FE42FD5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B2D559-7F60-7BED-442D-9F25B69F41C1}"/>
              </a:ext>
            </a:extLst>
          </p:cNvPr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4 · 04_STORY_READALONG.png</a:t>
            </a:r>
          </a:p>
        </p:txBody>
      </p:sp>
      <p:pic>
        <p:nvPicPr>
          <p:cNvPr id="3" name="Picture 2" descr="04_STORY_READALONG.png">
            <a:extLst>
              <a:ext uri="{FF2B5EF4-FFF2-40B4-BE49-F238E27FC236}">
                <a16:creationId xmlns:a16="http://schemas.microsoft.com/office/drawing/2014/main" id="{AC7EBA1D-6967-F2BB-0CE0-15AF1239C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7CF16C-7995-58AC-70DB-6065D57CD628}"/>
              </a:ext>
            </a:extLst>
          </p:cNvPr>
          <p:cNvSpPr txBox="1"/>
          <p:nvPr/>
        </p:nvSpPr>
        <p:spPr>
          <a:xfrm>
            <a:off x="8229600" y="731520"/>
            <a:ext cx="359633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 </a:t>
            </a:r>
            <a:r>
              <a:rPr lang="en-IN" sz="1400" dirty="0"/>
              <a:t>heading text – </a:t>
            </a:r>
            <a:r>
              <a:rPr lang="hi-IN" sz="1400" dirty="0"/>
              <a:t>कहानी पढ़िए </a:t>
            </a:r>
            <a:endParaRPr lang="hi-IN" sz="1100" dirty="0"/>
          </a:p>
          <a:p>
            <a:br>
              <a:rPr lang="hi-IN" sz="1100" dirty="0"/>
            </a:br>
            <a:endParaRPr lang="hi-IN" sz="1100" dirty="0"/>
          </a:p>
          <a:p>
            <a:r>
              <a:rPr lang="en-IN" sz="1400" dirty="0"/>
              <a:t>Vo - </a:t>
            </a:r>
            <a:r>
              <a:rPr lang="hi-IN" sz="1400" dirty="0"/>
              <a:t>इस बटन पर टैप कीजिए और वाक्य पढ़िए । </a:t>
            </a:r>
            <a:endParaRPr lang="hi-IN" sz="1100" dirty="0"/>
          </a:p>
          <a:p>
            <a:endParaRPr lang="hi-IN" sz="1100" dirty="0"/>
          </a:p>
          <a:p>
            <a:r>
              <a:rPr lang="en-IN" sz="1400" dirty="0"/>
              <a:t>Text on page- </a:t>
            </a:r>
            <a:r>
              <a:rPr lang="hi-IN" sz="1400" dirty="0"/>
              <a:t>झाड़ियाँ पार कर गया। </a:t>
            </a:r>
          </a:p>
          <a:p>
            <a:r>
              <a:rPr lang="en-IN" sz="1400" dirty="0"/>
              <a:t>Vo- </a:t>
            </a:r>
            <a:r>
              <a:rPr lang="hi-IN" sz="1400" dirty="0"/>
              <a:t>झाड़ियाँ पार कर गया। </a:t>
            </a:r>
            <a:endParaRPr lang="hi-IN" sz="1100" dirty="0"/>
          </a:p>
          <a:p>
            <a:r>
              <a:rPr lang="en-IN" sz="1400" dirty="0"/>
              <a:t>Image- </a:t>
            </a:r>
            <a:r>
              <a:rPr lang="hi-IN" sz="1400" dirty="0"/>
              <a:t>हिरण के बच्चे झाड़ियों के ऊपर से कूदते हुए दिखाना है । </a:t>
            </a:r>
            <a:endParaRPr lang="hi-IN" sz="1100" dirty="0"/>
          </a:p>
          <a:p>
            <a:endParaRPr sz="1300" dirty="0">
              <a:solidFill>
                <a:srgbClr val="1B2A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848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5 · 05_STORY_READALONG.png</a:t>
            </a:r>
          </a:p>
        </p:txBody>
      </p:sp>
      <p:pic>
        <p:nvPicPr>
          <p:cNvPr id="3" name="Picture 2" descr="05_STORY_READAL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270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 </a:t>
            </a:r>
            <a:r>
              <a:rPr lang="en-IN" sz="1200" dirty="0"/>
              <a:t>heading text – </a:t>
            </a:r>
            <a:r>
              <a:rPr lang="hi-IN" sz="1200" dirty="0"/>
              <a:t>कहानी पढ़िए </a:t>
            </a:r>
            <a:endParaRPr lang="hi-IN" sz="1050" dirty="0"/>
          </a:p>
          <a:p>
            <a:br>
              <a:rPr lang="hi-IN" sz="1050" dirty="0"/>
            </a:br>
            <a:endParaRPr lang="hi-IN" sz="1050" dirty="0"/>
          </a:p>
          <a:p>
            <a:r>
              <a:rPr lang="en-IN" sz="1200" dirty="0"/>
              <a:t>Vo - </a:t>
            </a:r>
            <a:r>
              <a:rPr lang="hi-IN" sz="1200" dirty="0"/>
              <a:t>इस बटन पर टैप कीजिए और वाक्य पढ़िए । </a:t>
            </a:r>
            <a:endParaRPr lang="hi-IN" sz="1050" dirty="0"/>
          </a:p>
          <a:p>
            <a:endParaRPr lang="hi-IN" sz="1050" dirty="0"/>
          </a:p>
          <a:p>
            <a:r>
              <a:rPr lang="en-IN" sz="1200" dirty="0"/>
              <a:t>Text on page- </a:t>
            </a:r>
            <a:r>
              <a:rPr lang="hi-IN" sz="1200" dirty="0"/>
              <a:t>मैदान में एक पत्थर से ठोकर खाकर वह गिर गया । </a:t>
            </a:r>
          </a:p>
          <a:p>
            <a:endParaRPr lang="hi-IN" sz="1200" dirty="0"/>
          </a:p>
          <a:p>
            <a:r>
              <a:rPr lang="en-IN" sz="1200" dirty="0"/>
              <a:t>Vo- </a:t>
            </a:r>
            <a:r>
              <a:rPr lang="hi-IN" sz="1200" dirty="0"/>
              <a:t>मैदान में एक पत्थर से ठोकर खाकर वह गिर गया । </a:t>
            </a:r>
            <a:endParaRPr lang="hi-IN" sz="1050" dirty="0"/>
          </a:p>
          <a:p>
            <a:r>
              <a:rPr lang="en-IN" sz="1200" dirty="0"/>
              <a:t>Image-</a:t>
            </a:r>
            <a:r>
              <a:rPr lang="hi-IN" sz="1200" dirty="0"/>
              <a:t> मैदान में पत्थर दिखाना है और हिरण को गिरते हुए दिखाना है । </a:t>
            </a:r>
            <a:endParaRPr lang="hi-IN" sz="1050" dirty="0"/>
          </a:p>
          <a:p>
            <a:endParaRPr sz="1300" dirty="0">
              <a:solidFill>
                <a:srgbClr val="1B2A44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6A91D-E8A3-285E-8D83-782FD6232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DB0F52-AF27-4995-E301-087378917E30}"/>
              </a:ext>
            </a:extLst>
          </p:cNvPr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5 · 05_STORY_READALONG.png</a:t>
            </a:r>
          </a:p>
        </p:txBody>
      </p:sp>
      <p:pic>
        <p:nvPicPr>
          <p:cNvPr id="3" name="Picture 2" descr="05_STORY_READALONG.png">
            <a:extLst>
              <a:ext uri="{FF2B5EF4-FFF2-40B4-BE49-F238E27FC236}">
                <a16:creationId xmlns:a16="http://schemas.microsoft.com/office/drawing/2014/main" id="{3AFE1899-2EF1-81E7-BEDF-A8B38E4B6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0F215B-6257-B6CA-E1BD-634BC0D10792}"/>
              </a:ext>
            </a:extLst>
          </p:cNvPr>
          <p:cNvSpPr txBox="1"/>
          <p:nvPr/>
        </p:nvSpPr>
        <p:spPr>
          <a:xfrm>
            <a:off x="8229600" y="731520"/>
            <a:ext cx="3596335" cy="270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 </a:t>
            </a:r>
            <a:r>
              <a:rPr lang="en-IN" sz="1200" dirty="0"/>
              <a:t>heading text – </a:t>
            </a:r>
            <a:r>
              <a:rPr lang="hi-IN" sz="1200" dirty="0"/>
              <a:t>कहानी पढ़िए </a:t>
            </a:r>
            <a:endParaRPr lang="hi-IN" sz="1050" dirty="0"/>
          </a:p>
          <a:p>
            <a:br>
              <a:rPr lang="hi-IN" sz="1050" dirty="0"/>
            </a:br>
            <a:endParaRPr lang="hi-IN" sz="1050" dirty="0"/>
          </a:p>
          <a:p>
            <a:r>
              <a:rPr lang="en-IN" sz="1200" dirty="0"/>
              <a:t>Vo - </a:t>
            </a:r>
            <a:r>
              <a:rPr lang="hi-IN" sz="1200" dirty="0"/>
              <a:t>इस बटन पर टैप कीजिए और वाक्य पढ़िए । </a:t>
            </a:r>
            <a:endParaRPr lang="hi-IN" sz="1050" dirty="0"/>
          </a:p>
          <a:p>
            <a:endParaRPr lang="hi-IN" sz="1050" dirty="0"/>
          </a:p>
          <a:p>
            <a:r>
              <a:rPr lang="en-IN" sz="1200" dirty="0"/>
              <a:t>Text on page-</a:t>
            </a:r>
            <a:r>
              <a:rPr lang="hi-IN" sz="1200" dirty="0"/>
              <a:t> गिरने के कारण वह फूट-फूटकर रोने लगा । </a:t>
            </a:r>
          </a:p>
          <a:p>
            <a:endParaRPr lang="hi-IN" sz="1200" dirty="0"/>
          </a:p>
          <a:p>
            <a:r>
              <a:rPr lang="en-IN" sz="1200" dirty="0"/>
              <a:t>Vo- </a:t>
            </a:r>
            <a:r>
              <a:rPr lang="hi-IN" sz="1200" dirty="0"/>
              <a:t>गिरने के कारण वह फूट-फूटकर रोने लगा । </a:t>
            </a:r>
            <a:endParaRPr lang="hi-IN" sz="1050" dirty="0"/>
          </a:p>
          <a:p>
            <a:r>
              <a:rPr lang="en-IN" sz="1200" dirty="0"/>
              <a:t>Image-</a:t>
            </a:r>
            <a:r>
              <a:rPr lang="hi-IN" sz="1200" dirty="0"/>
              <a:t> मैदान में हिरण को ज़ोर से रोते हुए दिखाना है । आँसू हवा में उड़ते हुए दिखा सकते हैं जिससे पता चले कि वह तेज़-तेज़ रो रहा है । </a:t>
            </a:r>
            <a:endParaRPr lang="hi-IN" sz="1050" dirty="0"/>
          </a:p>
          <a:p>
            <a:endParaRPr sz="1300" dirty="0">
              <a:solidFill>
                <a:srgbClr val="1B2A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355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6 · 06_STORY_READALONG.png</a:t>
            </a:r>
          </a:p>
        </p:txBody>
      </p:sp>
      <p:pic>
        <p:nvPicPr>
          <p:cNvPr id="3" name="Picture 2" descr="06_STORY_READAL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 </a:t>
            </a:r>
            <a:r>
              <a:rPr lang="en-IN" sz="1400" dirty="0"/>
              <a:t>heading text – </a:t>
            </a:r>
            <a:r>
              <a:rPr lang="hi-IN" sz="1400" dirty="0"/>
              <a:t>कहानी पढ़िए </a:t>
            </a:r>
            <a:endParaRPr lang="hi-IN" sz="1100" dirty="0"/>
          </a:p>
          <a:p>
            <a:br>
              <a:rPr lang="hi-IN" sz="1100" dirty="0"/>
            </a:br>
            <a:endParaRPr lang="hi-IN" sz="1100" dirty="0"/>
          </a:p>
          <a:p>
            <a:r>
              <a:rPr lang="en-IN" sz="1400" dirty="0"/>
              <a:t>Vo - </a:t>
            </a:r>
            <a:r>
              <a:rPr lang="hi-IN" sz="1400" dirty="0"/>
              <a:t>इस बटन पर टैप कीजिए और वाक्य पढ़िए । </a:t>
            </a:r>
            <a:endParaRPr lang="hi-IN" sz="1100" dirty="0"/>
          </a:p>
          <a:p>
            <a:endParaRPr lang="hi-IN" sz="1100" dirty="0"/>
          </a:p>
          <a:p>
            <a:r>
              <a:rPr lang="en-IN" sz="1400" dirty="0"/>
              <a:t>Text on page-</a:t>
            </a:r>
            <a:r>
              <a:rPr lang="hi-IN" sz="1400" dirty="0"/>
              <a:t> बंदर ने पैर सहलाया, पर वह चुप नहीं हुआ । </a:t>
            </a:r>
          </a:p>
          <a:p>
            <a:endParaRPr lang="hi-IN" sz="1400" dirty="0"/>
          </a:p>
          <a:p>
            <a:r>
              <a:rPr lang="en-IN" sz="1400" dirty="0"/>
              <a:t>Vo- </a:t>
            </a:r>
            <a:r>
              <a:rPr lang="hi-IN" sz="1400" dirty="0"/>
              <a:t>बंदर ने पैर सहलाया, पर वह चुप नहीं हुआ । </a:t>
            </a:r>
            <a:endParaRPr lang="hi-IN" sz="1100" dirty="0"/>
          </a:p>
          <a:p>
            <a:r>
              <a:rPr lang="en-IN" sz="1400" dirty="0"/>
              <a:t>Image-</a:t>
            </a:r>
            <a:r>
              <a:rPr lang="hi-IN" sz="1400" dirty="0"/>
              <a:t> use reference image </a:t>
            </a:r>
            <a:endParaRPr lang="hi-IN" sz="1100" dirty="0"/>
          </a:p>
          <a:p>
            <a:endParaRPr sz="1300" dirty="0">
              <a:solidFill>
                <a:srgbClr val="1B2A4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8855A-B77A-166D-40E2-A95B0497A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FFF330-95B6-EBB3-A3BD-3769CA21B397}"/>
              </a:ext>
            </a:extLst>
          </p:cNvPr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6 · 06_STORY_READALONG.png</a:t>
            </a:r>
          </a:p>
        </p:txBody>
      </p:sp>
      <p:pic>
        <p:nvPicPr>
          <p:cNvPr id="3" name="Picture 2" descr="06_STORY_READALONG.png">
            <a:extLst>
              <a:ext uri="{FF2B5EF4-FFF2-40B4-BE49-F238E27FC236}">
                <a16:creationId xmlns:a16="http://schemas.microsoft.com/office/drawing/2014/main" id="{B9202D96-06CF-9F94-3F11-FBF0C1D2C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A9E0F6-5558-F037-F883-A7494B91B78E}"/>
              </a:ext>
            </a:extLst>
          </p:cNvPr>
          <p:cNvSpPr txBox="1"/>
          <p:nvPr/>
        </p:nvSpPr>
        <p:spPr>
          <a:xfrm>
            <a:off x="8229600" y="731520"/>
            <a:ext cx="3596335" cy="250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 </a:t>
            </a:r>
            <a:r>
              <a:rPr lang="en-IN" sz="1200" dirty="0"/>
              <a:t>heading text – </a:t>
            </a:r>
            <a:r>
              <a:rPr lang="hi-IN" sz="1200" dirty="0"/>
              <a:t>कहानी पढ़िए </a:t>
            </a:r>
            <a:endParaRPr lang="hi-IN" sz="1050" dirty="0"/>
          </a:p>
          <a:p>
            <a:br>
              <a:rPr lang="hi-IN" sz="1050" dirty="0"/>
            </a:br>
            <a:endParaRPr lang="hi-IN" sz="1050" dirty="0"/>
          </a:p>
          <a:p>
            <a:r>
              <a:rPr lang="en-IN" sz="1200" dirty="0"/>
              <a:t>Vo - </a:t>
            </a:r>
            <a:r>
              <a:rPr lang="hi-IN" sz="1200" dirty="0"/>
              <a:t>इस बटन पर टैप कीजिए और वाक्य पढ़िए । </a:t>
            </a:r>
            <a:endParaRPr lang="hi-IN" sz="1050" dirty="0"/>
          </a:p>
          <a:p>
            <a:endParaRPr lang="hi-IN" sz="1050" dirty="0"/>
          </a:p>
          <a:p>
            <a:r>
              <a:rPr lang="en-IN" sz="1200" dirty="0"/>
              <a:t>Text on page-</a:t>
            </a:r>
            <a:r>
              <a:rPr lang="hi-IN" sz="1200" dirty="0"/>
              <a:t> भालू दादा ने गोद में उठाया, पर वह चुप नहीं हुआ । </a:t>
            </a:r>
          </a:p>
          <a:p>
            <a:endParaRPr lang="hi-IN" sz="1200" dirty="0"/>
          </a:p>
          <a:p>
            <a:r>
              <a:rPr lang="en-IN" sz="1200" dirty="0"/>
              <a:t>Vo- </a:t>
            </a:r>
            <a:r>
              <a:rPr lang="hi-IN" sz="1200" dirty="0"/>
              <a:t>भालू दादा ने गोद में उठाया, पर वह चुप नहीं हुआ । </a:t>
            </a:r>
            <a:endParaRPr lang="hi-IN" sz="1050" dirty="0"/>
          </a:p>
          <a:p>
            <a:r>
              <a:rPr lang="en-IN" sz="1200" dirty="0"/>
              <a:t>Image-</a:t>
            </a:r>
            <a:r>
              <a:rPr lang="hi-IN" sz="1200" dirty="0"/>
              <a:t> भालू की गोद में हिरण को रोता हुआ दिखाना है । </a:t>
            </a:r>
            <a:endParaRPr sz="1300" dirty="0">
              <a:solidFill>
                <a:srgbClr val="1B2A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53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7 · 07_STORY_READALONG.png</a:t>
            </a:r>
          </a:p>
        </p:txBody>
      </p:sp>
      <p:pic>
        <p:nvPicPr>
          <p:cNvPr id="3" name="Picture 2" descr="07_STORY_READAL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lang="en-IN" sz="1400" dirty="0"/>
              <a:t>heading text – </a:t>
            </a:r>
            <a:r>
              <a:rPr lang="hi-IN" sz="1400" dirty="0"/>
              <a:t>कहानी पढ़िए </a:t>
            </a:r>
            <a:endParaRPr lang="hi-IN" sz="1100" dirty="0"/>
          </a:p>
          <a:p>
            <a:br>
              <a:rPr lang="hi-IN" sz="1100" dirty="0"/>
            </a:br>
            <a:endParaRPr lang="hi-IN" sz="1100" dirty="0"/>
          </a:p>
          <a:p>
            <a:r>
              <a:rPr lang="en-IN" sz="1400" dirty="0"/>
              <a:t>Vo - </a:t>
            </a:r>
            <a:r>
              <a:rPr lang="hi-IN" sz="1400" dirty="0"/>
              <a:t>इस बटन पर टैप कीजिए और वाक्य पढ़िए । </a:t>
            </a:r>
            <a:endParaRPr lang="hi-IN" sz="1100" dirty="0"/>
          </a:p>
          <a:p>
            <a:endParaRPr lang="hi-IN" sz="1100" dirty="0"/>
          </a:p>
          <a:p>
            <a:r>
              <a:rPr lang="en-IN" sz="1400" dirty="0"/>
              <a:t>Text on page- </a:t>
            </a:r>
            <a:r>
              <a:rPr lang="hi-IN" sz="1400" dirty="0"/>
              <a:t>माँ आईं और बोलीं, “लो पत्थर को मार दिया।” </a:t>
            </a:r>
          </a:p>
          <a:p>
            <a:endParaRPr lang="hi-IN" sz="1400" dirty="0"/>
          </a:p>
          <a:p>
            <a:r>
              <a:rPr lang="en-IN" sz="1400" dirty="0"/>
              <a:t>Vo- </a:t>
            </a:r>
            <a:r>
              <a:rPr lang="hi-IN" sz="1400" dirty="0"/>
              <a:t>माँ आईं और बोलीं, “लो पत्थर को मार दिया।” </a:t>
            </a:r>
            <a:endParaRPr lang="hi-IN" sz="1100" dirty="0"/>
          </a:p>
          <a:p>
            <a:r>
              <a:rPr lang="en-IN" sz="1400" dirty="0"/>
              <a:t>Image-</a:t>
            </a:r>
            <a:r>
              <a:rPr lang="hi-IN" sz="1400" dirty="0"/>
              <a:t> हिरण की माँ को हिरण से बात करते हुए दिखाना है । </a:t>
            </a:r>
            <a:endParaRPr lang="hi-IN" sz="1600" dirty="0">
              <a:solidFill>
                <a:srgbClr val="1B2A44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8 · 08_STORY_READALONG.png</a:t>
            </a:r>
          </a:p>
        </p:txBody>
      </p:sp>
      <p:pic>
        <p:nvPicPr>
          <p:cNvPr id="3" name="Picture 2" descr="08_STORY_READAL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 </a:t>
            </a:r>
            <a:r>
              <a:rPr lang="en-IN" sz="1200" dirty="0"/>
              <a:t>heading text – </a:t>
            </a:r>
            <a:r>
              <a:rPr lang="hi-IN" sz="1200" dirty="0"/>
              <a:t>कहानी पढ़िए </a:t>
            </a:r>
            <a:endParaRPr lang="hi-IN" sz="1050" dirty="0"/>
          </a:p>
          <a:p>
            <a:br>
              <a:rPr lang="hi-IN" sz="1050" dirty="0"/>
            </a:br>
            <a:endParaRPr lang="hi-IN" sz="1050" dirty="0"/>
          </a:p>
          <a:p>
            <a:r>
              <a:rPr lang="en-IN" sz="1200" dirty="0"/>
              <a:t>Vo - </a:t>
            </a:r>
            <a:r>
              <a:rPr lang="hi-IN" sz="1200" dirty="0"/>
              <a:t>इस बटन पर टैप कीजिए और वाक्य पढ़िए । </a:t>
            </a:r>
            <a:endParaRPr lang="hi-IN" sz="1050" dirty="0"/>
          </a:p>
          <a:p>
            <a:endParaRPr lang="hi-IN" sz="1050" dirty="0"/>
          </a:p>
          <a:p>
            <a:r>
              <a:rPr lang="en-IN" sz="1200" dirty="0"/>
              <a:t>Text on page- </a:t>
            </a:r>
            <a:r>
              <a:rPr lang="hi-IN" sz="1200" dirty="0"/>
              <a:t>हिरण का बच्चा बोला, “इसे मत मारो। वरना यह भी रोने लगेगा।”</a:t>
            </a:r>
          </a:p>
          <a:p>
            <a:endParaRPr lang="hi-IN" sz="1200" dirty="0"/>
          </a:p>
          <a:p>
            <a:r>
              <a:rPr lang="en-IN" sz="1200" dirty="0"/>
              <a:t>Vo- </a:t>
            </a:r>
            <a:r>
              <a:rPr lang="hi-IN" sz="1200" dirty="0"/>
              <a:t>हिरण का बच्चा बोला, “इसे मत मारो। वरना यह भी रोने लगेगा।”</a:t>
            </a:r>
          </a:p>
          <a:p>
            <a:endParaRPr lang="hi-IN" sz="1050" dirty="0"/>
          </a:p>
          <a:p>
            <a:r>
              <a:rPr lang="en-IN" sz="1200" dirty="0"/>
              <a:t>Image-</a:t>
            </a:r>
            <a:r>
              <a:rPr lang="hi-IN" sz="1200" dirty="0"/>
              <a:t> हिरण को माँ से बात करते हुए दिखाना है । </a:t>
            </a:r>
            <a:endParaRPr lang="hi-IN" sz="1400" dirty="0">
              <a:solidFill>
                <a:srgbClr val="1B2A44"/>
              </a:solidFill>
            </a:endParaRPr>
          </a:p>
          <a:p>
            <a:endParaRPr sz="1300" dirty="0">
              <a:solidFill>
                <a:srgbClr val="1B2A44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579E2-01DC-0A8C-EF45-5433BE3A4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7B1C7B-9D28-3C2D-141E-7961DAC0AF69}"/>
              </a:ext>
            </a:extLst>
          </p:cNvPr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8 · 08_STORY_READALONG.png</a:t>
            </a:r>
          </a:p>
        </p:txBody>
      </p:sp>
      <p:pic>
        <p:nvPicPr>
          <p:cNvPr id="3" name="Picture 2" descr="08_STORY_READALONG.png">
            <a:extLst>
              <a:ext uri="{FF2B5EF4-FFF2-40B4-BE49-F238E27FC236}">
                <a16:creationId xmlns:a16="http://schemas.microsoft.com/office/drawing/2014/main" id="{1415327C-CBE0-A3BC-683D-3CC76A216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2D82F7-122F-BEE4-2182-96909B688FBA}"/>
              </a:ext>
            </a:extLst>
          </p:cNvPr>
          <p:cNvSpPr txBox="1"/>
          <p:nvPr/>
        </p:nvSpPr>
        <p:spPr>
          <a:xfrm>
            <a:off x="8229600" y="731520"/>
            <a:ext cx="3596335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 </a:t>
            </a:r>
            <a:r>
              <a:rPr lang="en-IN" sz="1400" dirty="0"/>
              <a:t>heading text – </a:t>
            </a:r>
            <a:r>
              <a:rPr lang="hi-IN" sz="1400" dirty="0"/>
              <a:t>कहानी पढ़िए </a:t>
            </a:r>
            <a:endParaRPr lang="hi-IN" sz="1100" dirty="0"/>
          </a:p>
          <a:p>
            <a:br>
              <a:rPr lang="hi-IN" sz="1100" dirty="0"/>
            </a:br>
            <a:endParaRPr lang="hi-IN" sz="1100" dirty="0"/>
          </a:p>
          <a:p>
            <a:r>
              <a:rPr lang="en-IN" sz="1400" dirty="0"/>
              <a:t>Vo - </a:t>
            </a:r>
            <a:r>
              <a:rPr lang="hi-IN" sz="1400" dirty="0"/>
              <a:t>इस बटन पर टैप कीजिए और वाक्य पढ़िए । </a:t>
            </a:r>
            <a:endParaRPr lang="hi-IN" sz="1100" dirty="0"/>
          </a:p>
          <a:p>
            <a:endParaRPr lang="hi-IN" sz="1100" dirty="0"/>
          </a:p>
          <a:p>
            <a:r>
              <a:rPr lang="en-IN" sz="1400" dirty="0"/>
              <a:t>Text on page-</a:t>
            </a:r>
            <a:r>
              <a:rPr lang="hi-IN" sz="1400" dirty="0"/>
              <a:t> माँ हँस दीं, और बच्चा भी हँसने लगा । </a:t>
            </a:r>
          </a:p>
          <a:p>
            <a:endParaRPr lang="hi-IN" sz="1400" dirty="0"/>
          </a:p>
          <a:p>
            <a:r>
              <a:rPr lang="en-IN" sz="1400" dirty="0"/>
              <a:t>Vo- </a:t>
            </a:r>
            <a:r>
              <a:rPr lang="hi-IN" sz="1400" dirty="0"/>
              <a:t>माँ हँस दीं, और बच्चा भी हँसने लगा । </a:t>
            </a:r>
          </a:p>
          <a:p>
            <a:endParaRPr lang="hi-IN" sz="1100" dirty="0"/>
          </a:p>
          <a:p>
            <a:r>
              <a:rPr lang="en-IN" sz="1400" dirty="0"/>
              <a:t>Image-</a:t>
            </a:r>
            <a:r>
              <a:rPr lang="hi-IN" sz="1400" dirty="0"/>
              <a:t> use reference image </a:t>
            </a:r>
            <a:endParaRPr lang="hi-IN" sz="1600" dirty="0">
              <a:solidFill>
                <a:srgbClr val="1B2A44"/>
              </a:solidFill>
            </a:endParaRPr>
          </a:p>
          <a:p>
            <a:endParaRPr sz="1300" dirty="0">
              <a:solidFill>
                <a:srgbClr val="1B2A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284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9 · 09_EVIDENCE_QA.png</a:t>
            </a:r>
          </a:p>
        </p:txBody>
      </p:sp>
      <p:pic>
        <p:nvPicPr>
          <p:cNvPr id="3" name="Picture 2" descr="09_EVIDENCE_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4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</a:t>
            </a:r>
            <a:r>
              <a:rPr lang="hi-IN" sz="1300" dirty="0">
                <a:solidFill>
                  <a:srgbClr val="1B2A44"/>
                </a:solidFill>
              </a:rPr>
              <a:t> text- ठोकर का क्या मतलब है?</a:t>
            </a:r>
          </a:p>
          <a:p>
            <a:endParaRPr lang="hi-IN" sz="1300" dirty="0">
              <a:solidFill>
                <a:srgbClr val="1B2A44"/>
              </a:solidFill>
            </a:endParaRPr>
          </a:p>
          <a:p>
            <a:r>
              <a:rPr lang="en-IN" sz="1300" dirty="0">
                <a:solidFill>
                  <a:srgbClr val="1B2A44"/>
                </a:solidFill>
              </a:rPr>
              <a:t>I</a:t>
            </a:r>
            <a:r>
              <a:rPr lang="hi-IN" sz="1300" dirty="0">
                <a:solidFill>
                  <a:srgbClr val="1B2A44"/>
                </a:solidFill>
              </a:rPr>
              <a:t>mage- हिरण की गिरने वाली image यहाँ आएगी । </a:t>
            </a:r>
          </a:p>
          <a:p>
            <a:endParaRPr lang="hi-IN" sz="1300" dirty="0">
              <a:solidFill>
                <a:srgbClr val="1B2A44"/>
              </a:solidFill>
            </a:endParaRPr>
          </a:p>
          <a:p>
            <a:r>
              <a:rPr lang="en-IN" sz="1400" dirty="0"/>
              <a:t>T</a:t>
            </a:r>
            <a:r>
              <a:rPr lang="hi-IN" sz="1400" dirty="0"/>
              <a:t>ext - मैदान में एक पत्थर से ठोकर खाकर वह गिर गया । गिरने के कारण वह फूट-फूटकर रोने लगा । </a:t>
            </a:r>
            <a:endParaRPr lang="hi-IN" sz="1300" dirty="0">
              <a:solidFill>
                <a:srgbClr val="1B2A44"/>
              </a:solidFill>
            </a:endParaRPr>
          </a:p>
          <a:p>
            <a:endParaRPr lang="hi-IN" sz="1300" dirty="0">
              <a:solidFill>
                <a:srgbClr val="1B2A44"/>
              </a:solidFill>
            </a:endParaRPr>
          </a:p>
          <a:p>
            <a:endParaRPr lang="hi-IN" sz="1300" dirty="0">
              <a:solidFill>
                <a:srgbClr val="1B2A44"/>
              </a:solidFill>
            </a:endParaRPr>
          </a:p>
          <a:p>
            <a:r>
              <a:rPr lang="en-IN" sz="1300" dirty="0">
                <a:solidFill>
                  <a:srgbClr val="1B2A44"/>
                </a:solidFill>
              </a:rPr>
              <a:t>V</a:t>
            </a:r>
            <a:r>
              <a:rPr lang="hi-IN" sz="1300" dirty="0">
                <a:solidFill>
                  <a:srgbClr val="1B2A44"/>
                </a:solidFill>
              </a:rPr>
              <a:t>o - कहानी में ठोकर का मतलब नहीं लिखा है, आइए आगे पीछे के वाक्यों से सुराग ढूँढकर इस शब्द का मतलब जानते हैं । </a:t>
            </a:r>
          </a:p>
          <a:p>
            <a:endParaRPr lang="hi-IN" sz="1300" dirty="0">
              <a:solidFill>
                <a:srgbClr val="1B2A44"/>
              </a:solidFill>
            </a:endParaRPr>
          </a:p>
          <a:p>
            <a:pPr marL="171450" indent="-171450">
              <a:buFontTx/>
              <a:buChar char="-"/>
            </a:pPr>
            <a:r>
              <a:rPr lang="hi-IN" sz="1200" dirty="0"/>
              <a:t>मैदान में एक पत्थर से ठोकर खाकर वह गिर गया । गिरने के कारण वह फूट-फूटकर रोने लगा । </a:t>
            </a:r>
          </a:p>
          <a:p>
            <a:endParaRPr lang="hi-IN" sz="1200" dirty="0">
              <a:solidFill>
                <a:srgbClr val="1B2A44"/>
              </a:solidFill>
            </a:endParaRPr>
          </a:p>
          <a:p>
            <a:r>
              <a:rPr lang="hi-IN" sz="1300" dirty="0">
                <a:solidFill>
                  <a:srgbClr val="1B2A44"/>
                </a:solidFill>
              </a:rPr>
              <a:t>इसका मतलब है- हिरण का बच्चा भागते हुए पत्थर से टकराया और गिर गया । </a:t>
            </a:r>
          </a:p>
          <a:p>
            <a:endParaRPr lang="hi-IN" sz="1300" dirty="0">
              <a:solidFill>
                <a:srgbClr val="1B2A44"/>
              </a:solidFill>
            </a:endParaRPr>
          </a:p>
          <a:p>
            <a:r>
              <a:rPr lang="hi-IN" sz="1300" dirty="0">
                <a:solidFill>
                  <a:srgbClr val="1B2A44"/>
                </a:solidFill>
              </a:rPr>
              <a:t>तो ठोकर का मतलब हुआ पैर किसी चीज़ से टकराना । </a:t>
            </a:r>
          </a:p>
          <a:p>
            <a:endParaRPr lang="hi-IN" sz="1300" dirty="0">
              <a:solidFill>
                <a:srgbClr val="1B2A44"/>
              </a:solidFill>
            </a:endParaRPr>
          </a:p>
          <a:p>
            <a:r>
              <a:rPr lang="en-IN" sz="1300" dirty="0">
                <a:solidFill>
                  <a:srgbClr val="1B2A44"/>
                </a:solidFill>
              </a:rPr>
              <a:t>T</a:t>
            </a:r>
            <a:r>
              <a:rPr lang="hi-IN" sz="1300" dirty="0">
                <a:solidFill>
                  <a:srgbClr val="1B2A44"/>
                </a:solidFill>
              </a:rPr>
              <a:t>ext- ठोकर- किसी चीज़ से पैर टकराना । </a:t>
            </a:r>
          </a:p>
          <a:p>
            <a:endParaRPr lang="hi-IN" sz="1300" dirty="0">
              <a:solidFill>
                <a:srgbClr val="1B2A44"/>
              </a:solidFill>
            </a:endParaRPr>
          </a:p>
          <a:p>
            <a:r>
              <a:rPr lang="hi-IN" sz="1300" dirty="0">
                <a:solidFill>
                  <a:srgbClr val="1B2A44"/>
                </a:solidFill>
              </a:rPr>
              <a:t>इस तरह हम आगे-पीछे के वाक्यों से और चित्रों को देखकर शब्दों का मतलब जानने की कोशिश करते हैं । </a:t>
            </a:r>
            <a:endParaRPr sz="1300" dirty="0">
              <a:solidFill>
                <a:srgbClr val="1B2A44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10 · 10_EVIDENCE_QA.png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731520"/>
            <a:ext cx="3596335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</a:t>
            </a:r>
            <a:r>
              <a:rPr lang="hi-IN" sz="1300" dirty="0">
                <a:solidFill>
                  <a:srgbClr val="1B2A44"/>
                </a:solidFill>
              </a:rPr>
              <a:t>text-  ‘सहलाया’ का क्या मतलब है?</a:t>
            </a:r>
          </a:p>
          <a:p>
            <a:r>
              <a:rPr lang="en-IN" sz="1300" dirty="0">
                <a:solidFill>
                  <a:srgbClr val="1B2A44"/>
                </a:solidFill>
              </a:rPr>
              <a:t>V</a:t>
            </a:r>
            <a:r>
              <a:rPr lang="hi-IN" sz="1300" dirty="0">
                <a:solidFill>
                  <a:srgbClr val="1B2A44"/>
                </a:solidFill>
              </a:rPr>
              <a:t>o - ‘सहलाया’ का क्या मतलब है?</a:t>
            </a:r>
          </a:p>
          <a:p>
            <a:endParaRPr lang="hi-IN" sz="1300" dirty="0">
              <a:solidFill>
                <a:srgbClr val="1B2A44"/>
              </a:solidFill>
            </a:endParaRPr>
          </a:p>
          <a:p>
            <a:r>
              <a:rPr lang="hi-IN" sz="1300" dirty="0">
                <a:solidFill>
                  <a:srgbClr val="1B2A44"/>
                </a:solidFill>
              </a:rPr>
              <a:t>आइए आगे पीछे से वाक्य पढ़ें । </a:t>
            </a:r>
          </a:p>
          <a:p>
            <a:endParaRPr lang="hi-IN" sz="1300" dirty="0">
              <a:solidFill>
                <a:srgbClr val="1B2A44"/>
              </a:solidFill>
            </a:endParaRPr>
          </a:p>
          <a:p>
            <a:r>
              <a:rPr lang="en-IN" sz="1300" dirty="0">
                <a:solidFill>
                  <a:srgbClr val="1B2A44"/>
                </a:solidFill>
              </a:rPr>
              <a:t>I</a:t>
            </a:r>
            <a:r>
              <a:rPr lang="hi-IN" sz="1300" dirty="0">
                <a:solidFill>
                  <a:srgbClr val="1B2A44"/>
                </a:solidFill>
              </a:rPr>
              <a:t>mage- बंदर की हिरण को सहलाने वाली image आएगी । </a:t>
            </a:r>
          </a:p>
          <a:p>
            <a:r>
              <a:rPr lang="en-IN" sz="1400" dirty="0"/>
              <a:t>T</a:t>
            </a:r>
            <a:r>
              <a:rPr lang="hi-IN" sz="1400" dirty="0"/>
              <a:t>ext - गिरने के कारण वह फूट-फूटकर रोने लगा ।</a:t>
            </a:r>
          </a:p>
          <a:p>
            <a:r>
              <a:rPr lang="hi-IN" sz="1400" dirty="0"/>
              <a:t>बंदर ने पैर सहलाया, पर वह चुप नहीं हुआ ।</a:t>
            </a:r>
          </a:p>
          <a:p>
            <a:endParaRPr lang="hi-IN" sz="1400" dirty="0"/>
          </a:p>
          <a:p>
            <a:r>
              <a:rPr lang="en-IN" sz="1400" dirty="0"/>
              <a:t>V</a:t>
            </a:r>
            <a:r>
              <a:rPr lang="hi-IN" sz="1400" dirty="0"/>
              <a:t>o-  हिरण का बच्चा रो रहा था, बंदर ने पैर सहलाया पर बच्चा चुप नहीं हुआ । </a:t>
            </a:r>
          </a:p>
          <a:p>
            <a:endParaRPr lang="hi-IN" sz="1400" dirty="0"/>
          </a:p>
          <a:p>
            <a:r>
              <a:rPr lang="hi-IN" sz="1400" dirty="0"/>
              <a:t>इसका मतलब है- बंदर ने हिरण को चुप कराने और पैर को हाथ फेरकर आराम देने की कोशिश की । पर वह चुप नहीं हुआ । </a:t>
            </a:r>
          </a:p>
          <a:p>
            <a:r>
              <a:rPr lang="hi-IN" sz="1400" dirty="0"/>
              <a:t> तो सहलाने का अर्थ हुआ- प्यार से हाथ फेरना । </a:t>
            </a:r>
          </a:p>
          <a:p>
            <a:r>
              <a:rPr lang="hi-IN" sz="1400" dirty="0"/>
              <a:t> </a:t>
            </a:r>
          </a:p>
          <a:p>
            <a:r>
              <a:rPr lang="hi-IN" sz="1300" dirty="0">
                <a:solidFill>
                  <a:srgbClr val="1B2A44"/>
                </a:solidFill>
              </a:rPr>
              <a:t>सहलाना- </a:t>
            </a:r>
            <a:r>
              <a:rPr lang="hi-IN" sz="1200" dirty="0"/>
              <a:t>प्यार से हाथ फेरना </a:t>
            </a:r>
            <a:endParaRPr lang="hi-IN" sz="1300" dirty="0">
              <a:solidFill>
                <a:srgbClr val="1B2A44"/>
              </a:solidFill>
            </a:endParaRPr>
          </a:p>
          <a:p>
            <a:endParaRPr lang="hi-IN" sz="1300" dirty="0">
              <a:solidFill>
                <a:srgbClr val="1B2A44"/>
              </a:solidFill>
            </a:endParaRPr>
          </a:p>
          <a:p>
            <a:endParaRPr sz="1300" dirty="0">
              <a:solidFill>
                <a:srgbClr val="1B2A44"/>
              </a:solidFill>
            </a:endParaRPr>
          </a:p>
        </p:txBody>
      </p:sp>
      <p:pic>
        <p:nvPicPr>
          <p:cNvPr id="5" name="Picture 4" descr="15_EVIDENCE_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731520"/>
            <a:ext cx="7385263" cy="413308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12 · 12_PHASE_TRANSITION.png</a:t>
            </a:r>
          </a:p>
        </p:txBody>
      </p:sp>
      <p:pic>
        <p:nvPicPr>
          <p:cNvPr id="3" name="Picture 2" descr="12_PHASE_TRAN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</a:t>
            </a:r>
            <a:r>
              <a:rPr lang="hi-IN" sz="1300" dirty="0">
                <a:solidFill>
                  <a:srgbClr val="1B2A44"/>
                </a:solidFill>
              </a:rPr>
              <a:t> vo- बहुत बढ़िया! अब हम साथ मिलकर शुरू करते हैं। चलिए, साथ में करें । </a:t>
            </a:r>
            <a:endParaRPr sz="1300" dirty="0">
              <a:solidFill>
                <a:srgbClr val="1B2A44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14 · 14_TAP_IN_SCENE.png</a:t>
            </a:r>
          </a:p>
        </p:txBody>
      </p:sp>
      <p:pic>
        <p:nvPicPr>
          <p:cNvPr id="3" name="Picture 2" descr="14_TAP_IN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7863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</a:t>
            </a:r>
            <a:r>
              <a:rPr lang="en-IN" dirty="0"/>
              <a:t> </a:t>
            </a:r>
            <a:r>
              <a:rPr lang="en-IN" b="1" dirty="0"/>
              <a:t>Guided practice </a:t>
            </a:r>
            <a:endParaRPr lang="en-IN" sz="1400" dirty="0"/>
          </a:p>
          <a:p>
            <a:r>
              <a:rPr lang="en-IN" dirty="0"/>
              <a:t>text – </a:t>
            </a:r>
            <a:r>
              <a:rPr lang="hi-IN" dirty="0"/>
              <a:t>चित्र में नाला कहाँ है? </a:t>
            </a:r>
            <a:endParaRPr lang="hi-IN" sz="1400" dirty="0"/>
          </a:p>
          <a:p>
            <a:br>
              <a:rPr lang="hi-IN" sz="1400" dirty="0"/>
            </a:br>
            <a:r>
              <a:rPr lang="en-IN" dirty="0"/>
              <a:t>Correct answer- </a:t>
            </a:r>
            <a:r>
              <a:rPr lang="hi-IN" dirty="0"/>
              <a:t>नाले का चित्र </a:t>
            </a:r>
            <a:endParaRPr lang="hi-IN" sz="1400" dirty="0"/>
          </a:p>
          <a:p>
            <a:endParaRPr lang="hi-IN" sz="1400" dirty="0"/>
          </a:p>
          <a:p>
            <a:r>
              <a:rPr lang="hi-IN" dirty="0"/>
              <a:t> </a:t>
            </a:r>
            <a:r>
              <a:rPr lang="en-IN" dirty="0" err="1"/>
              <a:t>vo</a:t>
            </a:r>
            <a:r>
              <a:rPr lang="en-IN" dirty="0"/>
              <a:t> – </a:t>
            </a:r>
            <a:r>
              <a:rPr lang="hi-IN" dirty="0"/>
              <a:t>इस चित्र में नाला कहाँ है? चित्र पर टैप करके बताइए ।</a:t>
            </a:r>
            <a:endParaRPr lang="hi-IN" sz="1400" dirty="0"/>
          </a:p>
          <a:p>
            <a:br>
              <a:rPr lang="hi-IN" sz="1400" dirty="0"/>
            </a:br>
            <a:r>
              <a:rPr lang="en-IN" dirty="0"/>
              <a:t>Image- </a:t>
            </a:r>
            <a:r>
              <a:rPr lang="hi-IN" dirty="0"/>
              <a:t>बस </a:t>
            </a:r>
            <a:r>
              <a:rPr lang="en-IN" dirty="0"/>
              <a:t>picture </a:t>
            </a:r>
            <a:r>
              <a:rPr lang="hi-IN" dirty="0"/>
              <a:t>देनी है </a:t>
            </a:r>
            <a:r>
              <a:rPr lang="en-IN" dirty="0"/>
              <a:t>text </a:t>
            </a:r>
            <a:r>
              <a:rPr lang="hi-IN" dirty="0"/>
              <a:t>के बिना, ऊपर कहानी में जो नाला पार करने वाली image है । </a:t>
            </a:r>
            <a:endParaRPr lang="hi-IN" sz="1400" dirty="0"/>
          </a:p>
          <a:p>
            <a:br>
              <a:rPr lang="hi-IN" sz="1400" dirty="0"/>
            </a:br>
            <a:r>
              <a:rPr lang="hi-IN" sz="1400" dirty="0"/>
              <a:t>हिरण, नाला </a:t>
            </a:r>
            <a:r>
              <a:rPr lang="hi-IN" dirty="0"/>
              <a:t>और झाड़ी तीनों की </a:t>
            </a:r>
            <a:r>
              <a:rPr lang="en-IN" dirty="0"/>
              <a:t>image </a:t>
            </a:r>
            <a:r>
              <a:rPr lang="hi-IN" dirty="0"/>
              <a:t>पर </a:t>
            </a:r>
            <a:r>
              <a:rPr lang="en-IN" dirty="0"/>
              <a:t>white box </a:t>
            </a:r>
            <a:r>
              <a:rPr lang="hi-IN" dirty="0"/>
              <a:t>बना हुआ आना चाहिए। सही उत्तर टैप करने पर </a:t>
            </a:r>
            <a:r>
              <a:rPr lang="en-IN" dirty="0"/>
              <a:t>box green </a:t>
            </a:r>
            <a:r>
              <a:rPr lang="hi-IN" dirty="0"/>
              <a:t>हो जाना चाहिए । </a:t>
            </a:r>
            <a:endParaRPr lang="hi-IN" sz="1400" dirty="0"/>
          </a:p>
          <a:p>
            <a:br>
              <a:rPr lang="hi-IN" sz="1400" dirty="0"/>
            </a:br>
            <a:endParaRPr lang="hi-IN" sz="1400" dirty="0"/>
          </a:p>
          <a:p>
            <a:r>
              <a:rPr lang="en-IN" dirty="0"/>
              <a:t>Hint </a:t>
            </a:r>
            <a:r>
              <a:rPr lang="en-IN" dirty="0" err="1"/>
              <a:t>vo</a:t>
            </a:r>
            <a:r>
              <a:rPr lang="en-IN" dirty="0"/>
              <a:t>- </a:t>
            </a:r>
            <a:endParaRPr lang="en-IN" sz="1400" dirty="0"/>
          </a:p>
          <a:p>
            <a:r>
              <a:rPr lang="en-IN" dirty="0"/>
              <a:t>Hint 1- </a:t>
            </a:r>
            <a:r>
              <a:rPr lang="hi-IN" dirty="0"/>
              <a:t>फिर से कोशिश कीजिए, देखिए नाला कहाँ है?</a:t>
            </a:r>
          </a:p>
          <a:p>
            <a:r>
              <a:rPr lang="en-IN" dirty="0"/>
              <a:t>Hint 2- </a:t>
            </a:r>
            <a:r>
              <a:rPr lang="hi-IN" sz="1400" dirty="0"/>
              <a:t>हिरण, नाला </a:t>
            </a:r>
            <a:r>
              <a:rPr lang="hi-IN" dirty="0"/>
              <a:t>और झाड़ी तीनों की </a:t>
            </a:r>
            <a:r>
              <a:rPr lang="en-IN" dirty="0"/>
              <a:t>image </a:t>
            </a:r>
            <a:r>
              <a:rPr lang="hi-IN" dirty="0"/>
              <a:t>एक-एक करके </a:t>
            </a:r>
            <a:r>
              <a:rPr lang="en-IN" dirty="0"/>
              <a:t>glow </a:t>
            </a:r>
            <a:r>
              <a:rPr lang="hi-IN" dirty="0"/>
              <a:t>करेगी । </a:t>
            </a:r>
            <a:endParaRPr lang="hi-IN" sz="1400" dirty="0"/>
          </a:p>
          <a:p>
            <a:r>
              <a:rPr lang="en-IN" dirty="0"/>
              <a:t>Hint 3- </a:t>
            </a:r>
            <a:r>
              <a:rPr lang="hi-IN" dirty="0"/>
              <a:t>नाले का चित्र </a:t>
            </a:r>
            <a:r>
              <a:rPr lang="en-IN" dirty="0"/>
              <a:t>glow </a:t>
            </a:r>
            <a:r>
              <a:rPr lang="hi-IN" dirty="0"/>
              <a:t>करेगा और बाकी </a:t>
            </a:r>
            <a:r>
              <a:rPr lang="en-IN" dirty="0"/>
              <a:t>options disable </a:t>
            </a:r>
            <a:r>
              <a:rPr lang="hi-IN" dirty="0"/>
              <a:t>हो जाएंगे । </a:t>
            </a:r>
            <a:endParaRPr lang="hi-IN" sz="1400" dirty="0"/>
          </a:p>
          <a:p>
            <a:br>
              <a:rPr lang="hi-IN" sz="1400" dirty="0"/>
            </a:br>
            <a:endParaRPr sz="1300" dirty="0">
              <a:solidFill>
                <a:srgbClr val="1B2A44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13 · 13_EVIDENCE_QA.png</a:t>
            </a:r>
          </a:p>
        </p:txBody>
      </p:sp>
      <p:pic>
        <p:nvPicPr>
          <p:cNvPr id="3" name="Picture 2" descr="13_EVIDENCE_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721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</a:t>
            </a:r>
            <a:r>
              <a:rPr lang="hi-IN" sz="1300" dirty="0">
                <a:solidFill>
                  <a:srgbClr val="1B2A44"/>
                </a:solidFill>
              </a:rPr>
              <a:t> </a:t>
            </a:r>
            <a:r>
              <a:rPr lang="en-IN" b="1" dirty="0"/>
              <a:t>Guided practice </a:t>
            </a:r>
            <a:endParaRPr lang="en-IN" sz="1400" dirty="0"/>
          </a:p>
          <a:p>
            <a:r>
              <a:rPr lang="en-IN" dirty="0"/>
              <a:t>text –</a:t>
            </a:r>
            <a:r>
              <a:rPr lang="hi-IN" dirty="0"/>
              <a:t>’कूदना’ का क्या मतलब है?  </a:t>
            </a:r>
            <a:endParaRPr lang="hi-IN" sz="1400" dirty="0">
              <a:highlight>
                <a:srgbClr val="FFFF00"/>
              </a:highlight>
            </a:endParaRPr>
          </a:p>
          <a:p>
            <a:r>
              <a:rPr lang="hi-IN" sz="1400" dirty="0"/>
              <a:t>तेज़ भागना  </a:t>
            </a:r>
            <a:endParaRPr lang="en-IN" sz="1400" dirty="0"/>
          </a:p>
          <a:p>
            <a:r>
              <a:rPr lang="hi-IN" sz="1400" dirty="0"/>
              <a:t>छलांग लगाना </a:t>
            </a:r>
          </a:p>
          <a:p>
            <a:r>
              <a:rPr lang="hi-IN" sz="1400" dirty="0"/>
              <a:t>गिर जाना </a:t>
            </a:r>
          </a:p>
          <a:p>
            <a:r>
              <a:rPr lang="en-IN" dirty="0"/>
              <a:t>Correct answer-</a:t>
            </a:r>
            <a:r>
              <a:rPr lang="hi-IN" dirty="0"/>
              <a:t> छलांग लगाना </a:t>
            </a:r>
            <a:endParaRPr lang="hi-IN" sz="1400" dirty="0"/>
          </a:p>
          <a:p>
            <a:r>
              <a:rPr lang="en-IN" sz="1400" dirty="0"/>
              <a:t>C</a:t>
            </a:r>
            <a:r>
              <a:rPr lang="hi-IN" sz="1400" dirty="0"/>
              <a:t>orrect answer vo- शाबाश!</a:t>
            </a:r>
            <a:br>
              <a:rPr lang="hi-IN" sz="1400" dirty="0"/>
            </a:br>
            <a:r>
              <a:rPr lang="en-IN" dirty="0" err="1"/>
              <a:t>vo</a:t>
            </a:r>
            <a:r>
              <a:rPr lang="en-IN" dirty="0"/>
              <a:t> – </a:t>
            </a:r>
            <a:br>
              <a:rPr lang="en-IN" sz="1400" dirty="0"/>
            </a:br>
            <a:r>
              <a:rPr lang="hi-IN" dirty="0"/>
              <a:t>’कूदना’ का क्या मतलब है? </a:t>
            </a:r>
          </a:p>
          <a:p>
            <a:endParaRPr lang="en-IN" sz="1400" dirty="0"/>
          </a:p>
          <a:p>
            <a:r>
              <a:rPr lang="en-IN" dirty="0"/>
              <a:t>Image- </a:t>
            </a:r>
            <a:r>
              <a:rPr lang="hi-IN" dirty="0"/>
              <a:t>हिरण की नाला पार करते हुए image देनी है । </a:t>
            </a:r>
            <a:endParaRPr lang="hi-IN" sz="1400" dirty="0"/>
          </a:p>
          <a:p>
            <a:br>
              <a:rPr lang="hi-IN" sz="1400" dirty="0"/>
            </a:br>
            <a:r>
              <a:rPr lang="hi-IN" sz="1400" dirty="0"/>
              <a:t>text - वह खरगोश और हाथी से भी आगे निकल गया। वह नाले के ऊपर से कूद गया। </a:t>
            </a:r>
            <a:br>
              <a:rPr lang="hi-IN" sz="1400" dirty="0"/>
            </a:br>
            <a:endParaRPr lang="hi-IN" sz="1400" dirty="0"/>
          </a:p>
          <a:p>
            <a:r>
              <a:rPr lang="en-IN" dirty="0"/>
              <a:t>Hint </a:t>
            </a:r>
            <a:r>
              <a:rPr lang="en-IN" dirty="0" err="1"/>
              <a:t>vo</a:t>
            </a:r>
            <a:r>
              <a:rPr lang="en-IN" dirty="0"/>
              <a:t>- </a:t>
            </a:r>
            <a:endParaRPr lang="en-IN" sz="1400" dirty="0"/>
          </a:p>
          <a:p>
            <a:r>
              <a:rPr lang="en-IN" dirty="0"/>
              <a:t>Hint 1- </a:t>
            </a:r>
            <a:r>
              <a:rPr lang="hi-IN" dirty="0"/>
              <a:t>फिर से कोशिश कीजिए।शब्द के आगे पीछे के वाक्य पढ़िए ।  </a:t>
            </a:r>
            <a:r>
              <a:rPr lang="en-IN" dirty="0"/>
              <a:t>Hint 2- </a:t>
            </a:r>
            <a:r>
              <a:rPr lang="hi-IN" dirty="0"/>
              <a:t>तेज़ भागना  </a:t>
            </a:r>
            <a:endParaRPr lang="en-IN" dirty="0"/>
          </a:p>
          <a:p>
            <a:r>
              <a:rPr lang="hi-IN" dirty="0"/>
              <a:t>छलांग लगाना </a:t>
            </a:r>
          </a:p>
          <a:p>
            <a:r>
              <a:rPr lang="hi-IN" dirty="0"/>
              <a:t>गिर जाना </a:t>
            </a:r>
          </a:p>
          <a:p>
            <a:endParaRPr lang="hi-IN" sz="1400" dirty="0"/>
          </a:p>
          <a:p>
            <a:r>
              <a:rPr lang="en-IN" dirty="0"/>
              <a:t>Hint 3-</a:t>
            </a:r>
            <a:r>
              <a:rPr lang="hi-IN" dirty="0"/>
              <a:t> कूदना का मतलब है, </a:t>
            </a:r>
            <a:r>
              <a:rPr lang="hi-IN" sz="1400" dirty="0"/>
              <a:t>छलांग लगाना । इसपर टैप कीजिए । </a:t>
            </a:r>
          </a:p>
          <a:p>
            <a:br>
              <a:rPr lang="hi-IN" sz="1400" dirty="0"/>
            </a:br>
            <a:endParaRPr sz="1300" dirty="0">
              <a:solidFill>
                <a:srgbClr val="1B2A44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19 · 19_EVIDENCE_QA.png</a:t>
            </a:r>
          </a:p>
        </p:txBody>
      </p:sp>
      <p:pic>
        <p:nvPicPr>
          <p:cNvPr id="3" name="Picture 2" descr="19_EVIDENCE_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lang="en-IN" sz="1400" dirty="0"/>
              <a:t>text –</a:t>
            </a:r>
            <a:r>
              <a:rPr lang="hi-IN" sz="1400" dirty="0"/>
              <a:t>’झाड़ियाँ’ का क्या मतलब है? </a:t>
            </a:r>
            <a:endParaRPr lang="hi-IN" sz="1200" dirty="0"/>
          </a:p>
          <a:p>
            <a:r>
              <a:rPr lang="hi-IN" sz="1200" dirty="0"/>
              <a:t>झरना </a:t>
            </a:r>
          </a:p>
          <a:p>
            <a:r>
              <a:rPr lang="hi-IN" sz="1200" dirty="0"/>
              <a:t>ऊँचा पेड़ </a:t>
            </a:r>
          </a:p>
          <a:p>
            <a:r>
              <a:rPr lang="hi-IN" sz="1200" dirty="0"/>
              <a:t>छोटे-छोटे पौधे  </a:t>
            </a:r>
          </a:p>
          <a:p>
            <a:endParaRPr lang="hi-IN" sz="1200" dirty="0"/>
          </a:p>
          <a:p>
            <a:r>
              <a:rPr lang="en-IN" sz="1400" dirty="0"/>
              <a:t>Correct answer- </a:t>
            </a:r>
            <a:r>
              <a:rPr lang="hi-IN" sz="1400" dirty="0"/>
              <a:t>छोटे-छोटे पौधे  </a:t>
            </a:r>
            <a:endParaRPr lang="hi-IN" sz="1200" dirty="0"/>
          </a:p>
          <a:p>
            <a:r>
              <a:rPr lang="en-IN" sz="1200" dirty="0"/>
              <a:t>C</a:t>
            </a:r>
            <a:r>
              <a:rPr lang="hi-IN" sz="1200" dirty="0"/>
              <a:t>orrect answer vo- शाबाश!</a:t>
            </a:r>
            <a:br>
              <a:rPr lang="hi-IN" sz="1200" dirty="0"/>
            </a:br>
            <a:r>
              <a:rPr lang="en-IN" sz="1400" dirty="0" err="1"/>
              <a:t>vo</a:t>
            </a:r>
            <a:r>
              <a:rPr lang="en-IN" sz="1400" dirty="0"/>
              <a:t> – </a:t>
            </a:r>
            <a:br>
              <a:rPr lang="en-IN" sz="1200" dirty="0"/>
            </a:br>
            <a:r>
              <a:rPr lang="hi-IN" sz="1400" dirty="0"/>
              <a:t>’झाड़ियाँ’ का क्या मतलब है? </a:t>
            </a:r>
          </a:p>
          <a:p>
            <a:endParaRPr lang="en-IN" sz="1200" dirty="0"/>
          </a:p>
          <a:p>
            <a:r>
              <a:rPr lang="en-IN" sz="1400" dirty="0"/>
              <a:t>Image- </a:t>
            </a:r>
            <a:r>
              <a:rPr lang="hi-IN" sz="1400" dirty="0"/>
              <a:t>हिरण की झाड़ी पार करते हुए image देनी है । </a:t>
            </a:r>
            <a:endParaRPr lang="hi-IN" sz="1200" dirty="0"/>
          </a:p>
          <a:p>
            <a:br>
              <a:rPr lang="hi-IN" sz="1200" dirty="0"/>
            </a:br>
            <a:r>
              <a:rPr lang="hi-IN" sz="1200" dirty="0"/>
              <a:t>text - वह नाले के ऊपर से कूद गया। झाड़ियाँ पार कर गया। </a:t>
            </a:r>
          </a:p>
          <a:p>
            <a:br>
              <a:rPr lang="hi-IN" sz="1200" dirty="0"/>
            </a:br>
            <a:endParaRPr lang="hi-IN" sz="1200" dirty="0"/>
          </a:p>
          <a:p>
            <a:r>
              <a:rPr lang="en-IN" sz="1400" dirty="0"/>
              <a:t>Hint </a:t>
            </a:r>
            <a:r>
              <a:rPr lang="en-IN" sz="1400" dirty="0" err="1"/>
              <a:t>vo</a:t>
            </a:r>
            <a:r>
              <a:rPr lang="en-IN" sz="1400" dirty="0"/>
              <a:t>- </a:t>
            </a:r>
            <a:endParaRPr lang="en-IN" sz="1200" dirty="0"/>
          </a:p>
          <a:p>
            <a:r>
              <a:rPr lang="en-IN" sz="1400" dirty="0"/>
              <a:t>Hint 1-</a:t>
            </a:r>
            <a:r>
              <a:rPr lang="hi-IN" sz="1400" dirty="0"/>
              <a:t> wiggle </a:t>
            </a:r>
          </a:p>
          <a:p>
            <a:r>
              <a:rPr lang="en-IN" sz="1400" dirty="0"/>
              <a:t>Hint 2- </a:t>
            </a:r>
            <a:r>
              <a:rPr lang="hi-IN" sz="1400" dirty="0"/>
              <a:t>झरना </a:t>
            </a:r>
          </a:p>
          <a:p>
            <a:r>
              <a:rPr lang="hi-IN" sz="1400" dirty="0"/>
              <a:t>ऊँचा पेड़ </a:t>
            </a:r>
          </a:p>
          <a:p>
            <a:r>
              <a:rPr lang="hi-IN" sz="1400" dirty="0"/>
              <a:t>छोटे-छोटे पौधे </a:t>
            </a:r>
            <a:endParaRPr lang="hi-IN" sz="1200" dirty="0"/>
          </a:p>
          <a:p>
            <a:r>
              <a:rPr lang="en-IN" sz="1400" dirty="0"/>
              <a:t>Hint 3-</a:t>
            </a:r>
            <a:r>
              <a:rPr lang="hi-IN" sz="1400" dirty="0"/>
              <a:t> झाड़ियाँ का मतलब है, </a:t>
            </a:r>
            <a:r>
              <a:rPr lang="hi-IN" sz="1200" dirty="0"/>
              <a:t>छोटे-छोटे पौधे । इसपर टैप कीजिए ।</a:t>
            </a:r>
            <a:endParaRPr lang="hi-IN" sz="1300" dirty="0">
              <a:solidFill>
                <a:srgbClr val="1B2A44"/>
              </a:solidFill>
            </a:endParaRPr>
          </a:p>
          <a:p>
            <a:endParaRPr sz="1300" dirty="0">
              <a:solidFill>
                <a:srgbClr val="1B2A44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21 · 21_EVIDENCE_QA.png</a:t>
            </a:r>
          </a:p>
        </p:txBody>
      </p:sp>
      <p:pic>
        <p:nvPicPr>
          <p:cNvPr id="3" name="Picture 2" descr="21_EVIDENCE_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 </a:t>
            </a:r>
            <a:r>
              <a:rPr lang="en-IN" sz="1200" dirty="0"/>
              <a:t>text –</a:t>
            </a:r>
            <a:r>
              <a:rPr lang="hi-IN" sz="1200" dirty="0"/>
              <a:t>’वरना’ का क्या मतलब है? </a:t>
            </a:r>
            <a:endParaRPr lang="hi-IN" sz="1100" dirty="0"/>
          </a:p>
          <a:p>
            <a:r>
              <a:rPr lang="hi-IN" sz="1100" dirty="0"/>
              <a:t>फिर से </a:t>
            </a:r>
          </a:p>
          <a:p>
            <a:r>
              <a:rPr lang="hi-IN" sz="1100" dirty="0"/>
              <a:t>नहीं तो  </a:t>
            </a:r>
          </a:p>
          <a:p>
            <a:r>
              <a:rPr lang="hi-IN" sz="1100" dirty="0"/>
              <a:t>गुस्से से </a:t>
            </a:r>
          </a:p>
          <a:p>
            <a:endParaRPr lang="hi-IN" sz="1100" dirty="0"/>
          </a:p>
          <a:p>
            <a:r>
              <a:rPr lang="en-IN" sz="1200" dirty="0"/>
              <a:t>Correct answer-</a:t>
            </a:r>
            <a:r>
              <a:rPr lang="hi-IN" sz="1200" dirty="0"/>
              <a:t> नहीं तो </a:t>
            </a:r>
            <a:endParaRPr lang="hi-IN" sz="1100" dirty="0"/>
          </a:p>
          <a:p>
            <a:r>
              <a:rPr lang="en-IN" sz="1100" dirty="0"/>
              <a:t>C</a:t>
            </a:r>
            <a:r>
              <a:rPr lang="hi-IN" sz="1100" dirty="0"/>
              <a:t>orrect answer vo- शाबाश!</a:t>
            </a:r>
            <a:br>
              <a:rPr lang="hi-IN" sz="1100" dirty="0"/>
            </a:br>
            <a:r>
              <a:rPr lang="en-IN" sz="1200" dirty="0" err="1"/>
              <a:t>vo</a:t>
            </a:r>
            <a:r>
              <a:rPr lang="en-IN" sz="1200" dirty="0"/>
              <a:t> – </a:t>
            </a:r>
            <a:br>
              <a:rPr lang="en-IN" sz="1100" dirty="0"/>
            </a:br>
            <a:r>
              <a:rPr lang="hi-IN" sz="1200" dirty="0"/>
              <a:t>’वरना’ का क्या मतलब है? </a:t>
            </a:r>
          </a:p>
          <a:p>
            <a:endParaRPr lang="en-IN" sz="1100" dirty="0"/>
          </a:p>
          <a:p>
            <a:r>
              <a:rPr lang="en-IN" sz="1200" dirty="0"/>
              <a:t>Image- </a:t>
            </a:r>
            <a:r>
              <a:rPr lang="hi-IN" sz="1200" dirty="0"/>
              <a:t>हिरण की माँ से बात करते हुए image देनी है । </a:t>
            </a:r>
            <a:endParaRPr lang="hi-IN" sz="1100" dirty="0"/>
          </a:p>
          <a:p>
            <a:br>
              <a:rPr lang="hi-IN" sz="1100" dirty="0"/>
            </a:br>
            <a:r>
              <a:rPr lang="hi-IN" sz="1100" dirty="0"/>
              <a:t>text - हिरण का बच्चा बोला, “इसे मत मारो। वरना यह भी रोने लगेगा।”</a:t>
            </a:r>
          </a:p>
          <a:p>
            <a:endParaRPr lang="hi-IN" sz="1200" dirty="0"/>
          </a:p>
          <a:p>
            <a:r>
              <a:rPr lang="en-IN" sz="1200" dirty="0"/>
              <a:t>Hint </a:t>
            </a:r>
            <a:r>
              <a:rPr lang="en-IN" sz="1200" dirty="0" err="1"/>
              <a:t>vo</a:t>
            </a:r>
            <a:r>
              <a:rPr lang="en-IN" sz="1200" dirty="0"/>
              <a:t>- </a:t>
            </a:r>
            <a:endParaRPr lang="en-IN" sz="1100" dirty="0"/>
          </a:p>
          <a:p>
            <a:r>
              <a:rPr lang="en-IN" sz="1200" dirty="0"/>
              <a:t>Hint 1-</a:t>
            </a:r>
            <a:r>
              <a:rPr lang="hi-IN" sz="1200" dirty="0"/>
              <a:t> wiggle </a:t>
            </a:r>
          </a:p>
          <a:p>
            <a:r>
              <a:rPr lang="en-IN" sz="1200" dirty="0"/>
              <a:t>Hint 2- </a:t>
            </a:r>
            <a:endParaRPr lang="hi-IN" sz="1200" dirty="0"/>
          </a:p>
          <a:p>
            <a:r>
              <a:rPr lang="hi-IN" sz="1200" dirty="0"/>
              <a:t>फिर से </a:t>
            </a:r>
          </a:p>
          <a:p>
            <a:r>
              <a:rPr lang="hi-IN" sz="1200" dirty="0"/>
              <a:t>नहीं तो  </a:t>
            </a:r>
          </a:p>
          <a:p>
            <a:r>
              <a:rPr lang="hi-IN" sz="1200" dirty="0"/>
              <a:t>गुस्से से </a:t>
            </a:r>
          </a:p>
          <a:p>
            <a:r>
              <a:rPr lang="en-IN" sz="1200" dirty="0"/>
              <a:t>Hint 3-</a:t>
            </a:r>
            <a:r>
              <a:rPr lang="hi-IN" sz="1200" dirty="0"/>
              <a:t> वरना का मतलब है, नहीं तो</a:t>
            </a:r>
            <a:r>
              <a:rPr lang="hi-IN" sz="1100" dirty="0"/>
              <a:t>। इसपर टैप कीजिए ।</a:t>
            </a:r>
            <a:endParaRPr lang="hi-IN" sz="1200" dirty="0">
              <a:solidFill>
                <a:srgbClr val="1B2A44"/>
              </a:solidFill>
            </a:endParaRPr>
          </a:p>
          <a:p>
            <a:endParaRPr sz="1300" dirty="0">
              <a:solidFill>
                <a:srgbClr val="1B2A44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24 · 24_EVIDENCE_QA.png</a:t>
            </a:r>
          </a:p>
        </p:txBody>
      </p:sp>
      <p:pic>
        <p:nvPicPr>
          <p:cNvPr id="3" name="Picture 2" descr="24_EVIDENCE_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463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lang="en-IN" sz="1400" dirty="0"/>
              <a:t>text –</a:t>
            </a:r>
            <a:r>
              <a:rPr lang="hi-IN" sz="1400" dirty="0"/>
              <a:t>’फूट-फूटकर रोने’ का क्या मतलब है? </a:t>
            </a:r>
            <a:endParaRPr lang="hi-IN" sz="1200" dirty="0"/>
          </a:p>
          <a:p>
            <a:r>
              <a:rPr lang="hi-IN" sz="1200" dirty="0"/>
              <a:t>फिर से रोने लगा </a:t>
            </a:r>
          </a:p>
          <a:p>
            <a:r>
              <a:rPr lang="hi-IN" sz="1200" dirty="0"/>
              <a:t>ज़ोर-ज़ोर से रोने लगा </a:t>
            </a:r>
          </a:p>
          <a:p>
            <a:r>
              <a:rPr lang="hi-IN" sz="1200" dirty="0"/>
              <a:t>धीरे-धीरे रोने लगा </a:t>
            </a:r>
          </a:p>
          <a:p>
            <a:endParaRPr lang="hi-IN" sz="1200" dirty="0"/>
          </a:p>
          <a:p>
            <a:r>
              <a:rPr lang="en-IN" sz="1400" dirty="0"/>
              <a:t>Correct answer-</a:t>
            </a:r>
            <a:r>
              <a:rPr lang="hi-IN" sz="1400" dirty="0"/>
              <a:t> ज़ोर-ज़ोर से रोने लगा </a:t>
            </a:r>
            <a:endParaRPr lang="hi-IN" sz="1200" dirty="0"/>
          </a:p>
          <a:p>
            <a:r>
              <a:rPr lang="en-IN" sz="1200" dirty="0"/>
              <a:t>C</a:t>
            </a:r>
            <a:r>
              <a:rPr lang="hi-IN" sz="1200" dirty="0"/>
              <a:t>orrect answer vo- शाबाश!</a:t>
            </a:r>
            <a:br>
              <a:rPr lang="hi-IN" sz="1200" dirty="0"/>
            </a:br>
            <a:r>
              <a:rPr lang="en-IN" sz="1400" dirty="0" err="1"/>
              <a:t>vo</a:t>
            </a:r>
            <a:r>
              <a:rPr lang="en-IN" sz="1400" dirty="0"/>
              <a:t> – </a:t>
            </a:r>
            <a:br>
              <a:rPr lang="en-IN" sz="1200" dirty="0"/>
            </a:br>
            <a:r>
              <a:rPr lang="hi-IN" sz="1400" dirty="0"/>
              <a:t>’फूट-फूटकर रोने’ का क्या मतलब है? </a:t>
            </a:r>
          </a:p>
          <a:p>
            <a:endParaRPr lang="en-IN" sz="1200" dirty="0"/>
          </a:p>
          <a:p>
            <a:r>
              <a:rPr lang="en-IN" sz="1400" dirty="0"/>
              <a:t>Image- </a:t>
            </a:r>
            <a:r>
              <a:rPr lang="hi-IN" sz="1400" dirty="0"/>
              <a:t>हिरण की ज़ोर-ज़ोर से रोती हुई image देनी है । </a:t>
            </a:r>
            <a:endParaRPr lang="hi-IN" sz="1200" dirty="0"/>
          </a:p>
          <a:p>
            <a:br>
              <a:rPr lang="hi-IN" sz="1200" dirty="0"/>
            </a:br>
            <a:r>
              <a:rPr lang="en-IN" sz="1200" dirty="0">
                <a:solidFill>
                  <a:srgbClr val="1B2A44"/>
                </a:solidFill>
              </a:rPr>
              <a:t>•</a:t>
            </a:r>
            <a:r>
              <a:rPr lang="en-IN" sz="1200" dirty="0"/>
              <a:t>Text on page- </a:t>
            </a:r>
            <a:r>
              <a:rPr lang="hi-IN" sz="1200" dirty="0"/>
              <a:t>गिरने के कारण वह फूट-फूटकर रोने लगा । </a:t>
            </a:r>
          </a:p>
          <a:p>
            <a:endParaRPr lang="hi-IN" sz="1400" dirty="0"/>
          </a:p>
          <a:p>
            <a:r>
              <a:rPr lang="en-IN" sz="1400" dirty="0"/>
              <a:t>Hint </a:t>
            </a:r>
            <a:r>
              <a:rPr lang="en-IN" sz="1400" dirty="0" err="1"/>
              <a:t>vo</a:t>
            </a:r>
            <a:r>
              <a:rPr lang="en-IN" sz="1400" dirty="0"/>
              <a:t>- </a:t>
            </a:r>
            <a:endParaRPr lang="en-IN" sz="1200" dirty="0"/>
          </a:p>
          <a:p>
            <a:r>
              <a:rPr lang="en-IN" sz="1400" dirty="0"/>
              <a:t>Hint 1-</a:t>
            </a:r>
            <a:r>
              <a:rPr lang="hi-IN" sz="1400" dirty="0"/>
              <a:t> wiggle </a:t>
            </a:r>
          </a:p>
          <a:p>
            <a:r>
              <a:rPr lang="en-IN" sz="1400" dirty="0"/>
              <a:t>Hint 2- </a:t>
            </a:r>
            <a:endParaRPr lang="hi-IN" sz="1400" dirty="0"/>
          </a:p>
          <a:p>
            <a:r>
              <a:rPr lang="hi-IN" sz="1400" dirty="0"/>
              <a:t>फिर से </a:t>
            </a:r>
          </a:p>
          <a:p>
            <a:r>
              <a:rPr lang="hi-IN" sz="1400" dirty="0"/>
              <a:t>नहीं तो  </a:t>
            </a:r>
          </a:p>
          <a:p>
            <a:r>
              <a:rPr lang="hi-IN" sz="1400" dirty="0"/>
              <a:t>गुस्से से </a:t>
            </a:r>
          </a:p>
          <a:p>
            <a:r>
              <a:rPr lang="en-IN" sz="1400" dirty="0"/>
              <a:t>Hint 3-</a:t>
            </a:r>
            <a:r>
              <a:rPr lang="hi-IN" sz="1400" dirty="0"/>
              <a:t> वरना का मतलब है, नहीं तो</a:t>
            </a:r>
            <a:r>
              <a:rPr lang="hi-IN" sz="1200" dirty="0"/>
              <a:t>। इसपर टैप कीजिए ।</a:t>
            </a:r>
            <a:endParaRPr lang="hi-IN" sz="1400" dirty="0">
              <a:solidFill>
                <a:srgbClr val="1B2A44"/>
              </a:solidFill>
            </a:endParaRPr>
          </a:p>
          <a:p>
            <a:endParaRPr sz="1300" dirty="0">
              <a:solidFill>
                <a:srgbClr val="1B2A44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18 · 18_PHASE_TRANSITION.png</a:t>
            </a:r>
          </a:p>
        </p:txBody>
      </p:sp>
      <p:pic>
        <p:nvPicPr>
          <p:cNvPr id="3" name="Picture 2" descr="18_PHASE_TRAN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Phase gate 3.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C59A1-D238-550A-9E86-8577E2C8B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F2D7B4-3EA6-578F-23C6-E726820E18B3}"/>
              </a:ext>
            </a:extLst>
          </p:cNvPr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18 · 18_PHASE_TRANSITION.png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3D46FA-FC10-3133-2639-AFC96CA9C38A}"/>
              </a:ext>
            </a:extLst>
          </p:cNvPr>
          <p:cNvSpPr txBox="1"/>
          <p:nvPr/>
        </p:nvSpPr>
        <p:spPr>
          <a:xfrm>
            <a:off x="8229600" y="731520"/>
            <a:ext cx="3596335" cy="1163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  <a:endParaRPr lang="hi-IN" sz="1600" b="1" dirty="0">
              <a:solidFill>
                <a:srgbClr val="0B3D8C"/>
              </a:solidFill>
            </a:endParaRPr>
          </a:p>
          <a:p>
            <a:r>
              <a:rPr lang="en-IN" sz="1600" b="1" dirty="0">
                <a:solidFill>
                  <a:srgbClr val="0B3D8C"/>
                </a:solidFill>
              </a:rPr>
              <a:t>T</a:t>
            </a:r>
            <a:r>
              <a:rPr lang="hi-IN" sz="1600" b="1" dirty="0">
                <a:solidFill>
                  <a:srgbClr val="0B3D8C"/>
                </a:solidFill>
              </a:rPr>
              <a:t>ext- शब्द ढूँढिए। </a:t>
            </a:r>
            <a:endParaRPr lang="en-IN" sz="1600" b="1" dirty="0">
              <a:solidFill>
                <a:srgbClr val="0B3D8C"/>
              </a:solidFill>
            </a:endParaRPr>
          </a:p>
          <a:p>
            <a:r>
              <a:rPr lang="en-IN" sz="1600" b="1" dirty="0">
                <a:solidFill>
                  <a:srgbClr val="0B3D8C"/>
                </a:solidFill>
              </a:rPr>
              <a:t>V</a:t>
            </a:r>
            <a:r>
              <a:rPr lang="hi-IN" sz="1600" b="1" dirty="0">
                <a:solidFill>
                  <a:srgbClr val="0B3D8C"/>
                </a:solidFill>
              </a:rPr>
              <a:t>o- कहानी में आए शब्दों को पहचानकर इस वर्ग पहेली में ढूँढिए और उनपर गोला लगाइए । </a:t>
            </a:r>
          </a:p>
          <a:p>
            <a:r>
              <a:rPr lang="en-IN" sz="1600" b="1" dirty="0">
                <a:solidFill>
                  <a:srgbClr val="0B3D8C"/>
                </a:solidFill>
              </a:rPr>
              <a:t>V</a:t>
            </a:r>
            <a:r>
              <a:rPr lang="hi-IN" sz="1600" b="1" dirty="0">
                <a:solidFill>
                  <a:srgbClr val="0B3D8C"/>
                </a:solidFill>
              </a:rPr>
              <a:t>o- </a:t>
            </a:r>
          </a:p>
          <a:p>
            <a:pPr marL="342900" indent="-342900">
              <a:buAutoNum type="arabicPeriod"/>
            </a:pPr>
            <a:r>
              <a:rPr lang="hi-IN" sz="1600" dirty="0"/>
              <a:t>छलांग लगाना </a:t>
            </a:r>
          </a:p>
          <a:p>
            <a:r>
              <a:rPr lang="en-IN" sz="1600" dirty="0"/>
              <a:t>A</a:t>
            </a:r>
            <a:r>
              <a:rPr lang="hi-IN" sz="1600" dirty="0"/>
              <a:t>nswer- कूदना </a:t>
            </a:r>
          </a:p>
          <a:p>
            <a:endParaRPr lang="hi-IN" sz="1600" dirty="0"/>
          </a:p>
          <a:p>
            <a:r>
              <a:rPr lang="hi-IN" sz="1600" dirty="0">
                <a:solidFill>
                  <a:srgbClr val="1B2A44"/>
                </a:solidFill>
              </a:rPr>
              <a:t>2. किसी चीज़ से पैर टकराना </a:t>
            </a:r>
          </a:p>
          <a:p>
            <a:r>
              <a:rPr lang="en-IN" sz="1600" dirty="0">
                <a:solidFill>
                  <a:srgbClr val="1B2A44"/>
                </a:solidFill>
              </a:rPr>
              <a:t>A</a:t>
            </a:r>
            <a:r>
              <a:rPr lang="hi-IN" sz="1600" dirty="0">
                <a:solidFill>
                  <a:srgbClr val="1B2A44"/>
                </a:solidFill>
              </a:rPr>
              <a:t>nswer- ठोकर </a:t>
            </a:r>
          </a:p>
          <a:p>
            <a:endParaRPr lang="hi-IN" sz="1600" dirty="0">
              <a:solidFill>
                <a:srgbClr val="1B2A44"/>
              </a:solidFill>
            </a:endParaRPr>
          </a:p>
          <a:p>
            <a:r>
              <a:rPr lang="hi-IN" sz="1600" dirty="0">
                <a:solidFill>
                  <a:srgbClr val="1B2A44"/>
                </a:solidFill>
              </a:rPr>
              <a:t>3. </a:t>
            </a:r>
            <a:r>
              <a:rPr lang="hi-IN" sz="1600" dirty="0"/>
              <a:t>प्यार से हाथ फेरना </a:t>
            </a:r>
          </a:p>
          <a:p>
            <a:r>
              <a:rPr lang="en-IN" sz="1600" dirty="0">
                <a:solidFill>
                  <a:srgbClr val="1B2A44"/>
                </a:solidFill>
              </a:rPr>
              <a:t>A</a:t>
            </a:r>
            <a:r>
              <a:rPr lang="hi-IN" sz="1600" dirty="0">
                <a:solidFill>
                  <a:srgbClr val="1B2A44"/>
                </a:solidFill>
              </a:rPr>
              <a:t>nswer- सहलाना </a:t>
            </a:r>
          </a:p>
          <a:p>
            <a:endParaRPr lang="hi-IN" sz="1600" dirty="0">
              <a:solidFill>
                <a:srgbClr val="1B2A44"/>
              </a:solidFill>
            </a:endParaRPr>
          </a:p>
          <a:p>
            <a:r>
              <a:rPr lang="hi-IN" sz="1600" dirty="0">
                <a:solidFill>
                  <a:srgbClr val="1B2A44"/>
                </a:solidFill>
              </a:rPr>
              <a:t>4. </a:t>
            </a:r>
            <a:r>
              <a:rPr lang="hi-IN" dirty="0"/>
              <a:t>छोटे-छोटे पौधे </a:t>
            </a:r>
            <a:endParaRPr lang="hi-IN" sz="1600" dirty="0"/>
          </a:p>
          <a:p>
            <a:r>
              <a:rPr lang="en-IN" dirty="0">
                <a:solidFill>
                  <a:srgbClr val="1B2A44"/>
                </a:solidFill>
              </a:rPr>
              <a:t>A</a:t>
            </a:r>
            <a:r>
              <a:rPr lang="hi-IN" dirty="0">
                <a:solidFill>
                  <a:srgbClr val="1B2A44"/>
                </a:solidFill>
              </a:rPr>
              <a:t>nswer- झाड़ियाँ </a:t>
            </a:r>
          </a:p>
          <a:p>
            <a:endParaRPr lang="hi-IN" dirty="0">
              <a:solidFill>
                <a:srgbClr val="1B2A44"/>
              </a:solidFill>
            </a:endParaRPr>
          </a:p>
          <a:p>
            <a:r>
              <a:rPr lang="hi-IN" dirty="0">
                <a:solidFill>
                  <a:srgbClr val="1B2A44"/>
                </a:solidFill>
              </a:rPr>
              <a:t>एक वर्ग पहेली बनानी है जिसमें बच्चे को दिए गए शब्द ढूँढकर उनपर गोला लगाना है । शब्द केवल ऊपर से नीचे या दाएं से बाएं मिलने चाहिए । </a:t>
            </a:r>
          </a:p>
          <a:p>
            <a:r>
              <a:rPr lang="hi-IN" dirty="0">
                <a:solidFill>
                  <a:srgbClr val="1B2A44"/>
                </a:solidFill>
              </a:rPr>
              <a:t>शब्द- कूदना, ठोकर, सहलाना, झाड़ियाँ</a:t>
            </a:r>
          </a:p>
          <a:p>
            <a:endParaRPr lang="hi-IN" dirty="0">
              <a:solidFill>
                <a:srgbClr val="1B2A44"/>
              </a:solidFill>
            </a:endParaRPr>
          </a:p>
          <a:p>
            <a:r>
              <a:rPr lang="hi-IN" dirty="0">
                <a:solidFill>
                  <a:srgbClr val="1B2A44"/>
                </a:solidFill>
              </a:rPr>
              <a:t>Hint 1- wiggle </a:t>
            </a:r>
          </a:p>
          <a:p>
            <a:r>
              <a:rPr lang="en-IN" dirty="0">
                <a:solidFill>
                  <a:srgbClr val="1B2A44"/>
                </a:solidFill>
              </a:rPr>
              <a:t>H</a:t>
            </a:r>
            <a:r>
              <a:rPr lang="hi-IN" dirty="0">
                <a:solidFill>
                  <a:srgbClr val="1B2A44"/>
                </a:solidFill>
              </a:rPr>
              <a:t>int 2- सही शब्द है कूदना </a:t>
            </a:r>
          </a:p>
          <a:p>
            <a:r>
              <a:rPr lang="en-IN" dirty="0">
                <a:solidFill>
                  <a:srgbClr val="1B2A44"/>
                </a:solidFill>
              </a:rPr>
              <a:t>H</a:t>
            </a:r>
            <a:r>
              <a:rPr lang="hi-IN" dirty="0">
                <a:solidFill>
                  <a:srgbClr val="1B2A44"/>
                </a:solidFill>
              </a:rPr>
              <a:t>int 3- hand nudge </a:t>
            </a:r>
          </a:p>
          <a:p>
            <a:endParaRPr lang="hi-IN" dirty="0">
              <a:solidFill>
                <a:srgbClr val="1B2A44"/>
              </a:solidFill>
            </a:endParaRPr>
          </a:p>
          <a:p>
            <a:r>
              <a:rPr lang="hi-IN" sz="1600" dirty="0">
                <a:solidFill>
                  <a:srgbClr val="1B2A44"/>
                </a:solidFill>
              </a:rPr>
              <a:t>Hint 1- wiggle </a:t>
            </a:r>
          </a:p>
          <a:p>
            <a:r>
              <a:rPr lang="en-IN" sz="1600" dirty="0">
                <a:solidFill>
                  <a:srgbClr val="1B2A44"/>
                </a:solidFill>
              </a:rPr>
              <a:t>H</a:t>
            </a:r>
            <a:r>
              <a:rPr lang="hi-IN" sz="1600" dirty="0">
                <a:solidFill>
                  <a:srgbClr val="1B2A44"/>
                </a:solidFill>
              </a:rPr>
              <a:t>int 2- सही शब्द है ठोकर </a:t>
            </a:r>
          </a:p>
          <a:p>
            <a:r>
              <a:rPr lang="en-IN" sz="1600" dirty="0">
                <a:solidFill>
                  <a:srgbClr val="1B2A44"/>
                </a:solidFill>
              </a:rPr>
              <a:t>H</a:t>
            </a:r>
            <a:r>
              <a:rPr lang="hi-IN" sz="1600" dirty="0">
                <a:solidFill>
                  <a:srgbClr val="1B2A44"/>
                </a:solidFill>
              </a:rPr>
              <a:t>int 3- hand nudge </a:t>
            </a:r>
          </a:p>
          <a:p>
            <a:endParaRPr lang="hi-IN" sz="1600" dirty="0">
              <a:solidFill>
                <a:srgbClr val="1B2A44"/>
              </a:solidFill>
            </a:endParaRPr>
          </a:p>
          <a:p>
            <a:r>
              <a:rPr lang="hi-IN" sz="1600" dirty="0">
                <a:solidFill>
                  <a:srgbClr val="1B2A44"/>
                </a:solidFill>
              </a:rPr>
              <a:t>Hint 1- wiggle </a:t>
            </a:r>
          </a:p>
          <a:p>
            <a:r>
              <a:rPr lang="en-IN" sz="1600" dirty="0">
                <a:solidFill>
                  <a:srgbClr val="1B2A44"/>
                </a:solidFill>
              </a:rPr>
              <a:t>H</a:t>
            </a:r>
            <a:r>
              <a:rPr lang="hi-IN" sz="1600" dirty="0">
                <a:solidFill>
                  <a:srgbClr val="1B2A44"/>
                </a:solidFill>
              </a:rPr>
              <a:t>int 2- सही शब्द है सहलाना </a:t>
            </a:r>
          </a:p>
          <a:p>
            <a:r>
              <a:rPr lang="en-IN" sz="1600" dirty="0">
                <a:solidFill>
                  <a:srgbClr val="1B2A44"/>
                </a:solidFill>
              </a:rPr>
              <a:t>H</a:t>
            </a:r>
            <a:r>
              <a:rPr lang="hi-IN" sz="1600" dirty="0">
                <a:solidFill>
                  <a:srgbClr val="1B2A44"/>
                </a:solidFill>
              </a:rPr>
              <a:t>int 3- hand nudge </a:t>
            </a:r>
          </a:p>
          <a:p>
            <a:endParaRPr lang="hi-IN" sz="1600" dirty="0">
              <a:solidFill>
                <a:srgbClr val="1B2A44"/>
              </a:solidFill>
            </a:endParaRPr>
          </a:p>
          <a:p>
            <a:r>
              <a:rPr lang="hi-IN" sz="1600" dirty="0">
                <a:solidFill>
                  <a:srgbClr val="1B2A44"/>
                </a:solidFill>
              </a:rPr>
              <a:t>Hint 1- wiggle </a:t>
            </a:r>
          </a:p>
          <a:p>
            <a:r>
              <a:rPr lang="en-IN" sz="1600" dirty="0">
                <a:solidFill>
                  <a:srgbClr val="1B2A44"/>
                </a:solidFill>
              </a:rPr>
              <a:t>H</a:t>
            </a:r>
            <a:r>
              <a:rPr lang="hi-IN" sz="1600" dirty="0">
                <a:solidFill>
                  <a:srgbClr val="1B2A44"/>
                </a:solidFill>
              </a:rPr>
              <a:t>int 2- सही शब्द है झाड़ियाँ </a:t>
            </a:r>
          </a:p>
          <a:p>
            <a:r>
              <a:rPr lang="en-IN" sz="1600" dirty="0">
                <a:solidFill>
                  <a:srgbClr val="1B2A44"/>
                </a:solidFill>
              </a:rPr>
              <a:t>H</a:t>
            </a:r>
            <a:r>
              <a:rPr lang="hi-IN" sz="1600" dirty="0">
                <a:solidFill>
                  <a:srgbClr val="1B2A44"/>
                </a:solidFill>
              </a:rPr>
              <a:t>int 3- hand nudge </a:t>
            </a:r>
          </a:p>
          <a:p>
            <a:endParaRPr lang="hi-IN" sz="1600" dirty="0"/>
          </a:p>
          <a:p>
            <a:endParaRPr lang="hi-IN" sz="1600" b="1" dirty="0">
              <a:solidFill>
                <a:srgbClr val="0B3D8C"/>
              </a:solidFill>
            </a:endParaRPr>
          </a:p>
          <a:p>
            <a:endParaRPr lang="hi-IN" sz="1600" b="1" dirty="0">
              <a:solidFill>
                <a:srgbClr val="0B3D8C"/>
              </a:solidFill>
            </a:endParaRPr>
          </a:p>
          <a:p>
            <a:endParaRPr sz="1600" b="1" dirty="0">
              <a:solidFill>
                <a:srgbClr val="0B3D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11687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FDC29-0E1E-B61F-0ED5-DA7890FCC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1CA6B5-6C46-B144-D73C-AD5C6F4AB4CC}"/>
              </a:ext>
            </a:extLst>
          </p:cNvPr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18 · 18_PHASE_TRANSITION.png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EC88A4-85AB-AE10-A869-B5DC89F32814}"/>
              </a:ext>
            </a:extLst>
          </p:cNvPr>
          <p:cNvSpPr txBox="1"/>
          <p:nvPr/>
        </p:nvSpPr>
        <p:spPr>
          <a:xfrm>
            <a:off x="365760" y="731520"/>
            <a:ext cx="11460175" cy="1483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  <a:endParaRPr lang="hi-IN" sz="1600" b="1" dirty="0">
              <a:solidFill>
                <a:srgbClr val="0B3D8C"/>
              </a:solidFill>
            </a:endParaRPr>
          </a:p>
          <a:p>
            <a:r>
              <a:rPr lang="en-IN" sz="1600" b="1" dirty="0">
                <a:solidFill>
                  <a:srgbClr val="0B3D8C"/>
                </a:solidFill>
              </a:rPr>
              <a:t>T</a:t>
            </a:r>
            <a:r>
              <a:rPr lang="hi-IN" sz="1600" b="1" dirty="0">
                <a:solidFill>
                  <a:srgbClr val="0B3D8C"/>
                </a:solidFill>
              </a:rPr>
              <a:t>ext- शब्द ढूँढिए। </a:t>
            </a:r>
            <a:endParaRPr lang="en-IN" sz="1600" b="1" dirty="0">
              <a:solidFill>
                <a:srgbClr val="0B3D8C"/>
              </a:solidFill>
            </a:endParaRPr>
          </a:p>
          <a:p>
            <a:r>
              <a:rPr lang="en-IN" sz="1600" b="1" dirty="0">
                <a:solidFill>
                  <a:srgbClr val="0B3D8C"/>
                </a:solidFill>
              </a:rPr>
              <a:t>V</a:t>
            </a:r>
            <a:r>
              <a:rPr lang="hi-IN" sz="1600" b="1" dirty="0">
                <a:solidFill>
                  <a:srgbClr val="0B3D8C"/>
                </a:solidFill>
              </a:rPr>
              <a:t>o- अब कुछ नए शब्दों का अर्थ समझकर, सही शब्द इस वर्ग पहेली में ढूँढिए और उनपर गोला लगाइए । </a:t>
            </a:r>
          </a:p>
          <a:p>
            <a:r>
              <a:rPr lang="en-IN" sz="1600" b="1" dirty="0">
                <a:solidFill>
                  <a:srgbClr val="0B3D8C"/>
                </a:solidFill>
              </a:rPr>
              <a:t>V</a:t>
            </a:r>
            <a:r>
              <a:rPr lang="hi-IN" sz="1600" b="1" dirty="0">
                <a:solidFill>
                  <a:srgbClr val="0B3D8C"/>
                </a:solidFill>
              </a:rPr>
              <a:t>o- </a:t>
            </a:r>
          </a:p>
          <a:p>
            <a:r>
              <a:rPr lang="hi-IN" sz="1400" dirty="0"/>
              <a:t>1. बिना बोले- चुपचाप   </a:t>
            </a:r>
          </a:p>
          <a:p>
            <a:r>
              <a:rPr lang="hi-IN" sz="1400" dirty="0">
                <a:solidFill>
                  <a:srgbClr val="1B2A44"/>
                </a:solidFill>
              </a:rPr>
              <a:t>2. तेज़ आवाज़- शोर </a:t>
            </a:r>
            <a:endParaRPr lang="hi-IN" sz="1400" dirty="0"/>
          </a:p>
          <a:p>
            <a:r>
              <a:rPr lang="hi-IN" sz="1400" dirty="0">
                <a:solidFill>
                  <a:srgbClr val="1B2A44"/>
                </a:solidFill>
              </a:rPr>
              <a:t>3. खेती करने वाला- किसान </a:t>
            </a:r>
          </a:p>
          <a:p>
            <a:r>
              <a:rPr lang="hi-IN" sz="1400" dirty="0">
                <a:solidFill>
                  <a:srgbClr val="1B2A44"/>
                </a:solidFill>
              </a:rPr>
              <a:t>4. जो पानी बरसाते हैं- बादल </a:t>
            </a:r>
          </a:p>
          <a:p>
            <a:r>
              <a:rPr lang="hi-IN" sz="1400" dirty="0">
                <a:solidFill>
                  <a:srgbClr val="1B2A44"/>
                </a:solidFill>
              </a:rPr>
              <a:t>5. जिसमें हम किताबें रखकर स्कूल जाते हैं- बस्ता </a:t>
            </a:r>
          </a:p>
          <a:p>
            <a:r>
              <a:rPr lang="hi-IN" sz="1400" dirty="0">
                <a:solidFill>
                  <a:srgbClr val="1B2A44"/>
                </a:solidFill>
              </a:rPr>
              <a:t>6. जो हमें धूप और रोशनी देता है- सूरज </a:t>
            </a:r>
          </a:p>
          <a:p>
            <a:r>
              <a:rPr lang="hi-IN" sz="1400" dirty="0">
                <a:solidFill>
                  <a:srgbClr val="1B2A44"/>
                </a:solidFill>
              </a:rPr>
              <a:t>7. दूध देने वाला एक जानवर- बकरी </a:t>
            </a:r>
          </a:p>
          <a:p>
            <a:r>
              <a:rPr lang="hi-IN" sz="1400" dirty="0">
                <a:solidFill>
                  <a:srgbClr val="1B2A44"/>
                </a:solidFill>
              </a:rPr>
              <a:t>8. कुतरकर खाने वाला जानवर- गिलहरी </a:t>
            </a:r>
            <a:endParaRPr lang="en-US" sz="1400" dirty="0">
              <a:solidFill>
                <a:srgbClr val="1B2A44"/>
              </a:solidFill>
            </a:endParaRPr>
          </a:p>
          <a:p>
            <a:r>
              <a:rPr lang="en-US" sz="1400">
                <a:solidFill>
                  <a:srgbClr val="1B2A44"/>
                </a:solidFill>
              </a:rPr>
              <a:t>Add image-</a:t>
            </a:r>
            <a:endParaRPr lang="hi-IN" dirty="0">
              <a:solidFill>
                <a:srgbClr val="1B2A44"/>
              </a:solidFill>
            </a:endParaRPr>
          </a:p>
          <a:p>
            <a:endParaRPr lang="hi-IN" dirty="0">
              <a:solidFill>
                <a:srgbClr val="1B2A44"/>
              </a:solidFill>
            </a:endParaRPr>
          </a:p>
          <a:p>
            <a:r>
              <a:rPr lang="hi-IN" dirty="0">
                <a:solidFill>
                  <a:srgbClr val="1B2A44"/>
                </a:solidFill>
              </a:rPr>
              <a:t>एक वर्ग पहेली बनानी है जिसमें बच्चे को दिए गए शब्द ढूँढकर उनपर गोला लगाना है । शब्द केवल ऊपर से नीचे या दाएं से बाएं मिलने चाहिए । हर शब्द का पहला अक्षर highlight करना है । </a:t>
            </a:r>
          </a:p>
          <a:p>
            <a:endParaRPr lang="hi-IN" dirty="0">
              <a:solidFill>
                <a:srgbClr val="1B2A44"/>
              </a:solidFill>
            </a:endParaRPr>
          </a:p>
          <a:p>
            <a:r>
              <a:rPr lang="hi-IN" dirty="0">
                <a:solidFill>
                  <a:srgbClr val="1B2A44"/>
                </a:solidFill>
              </a:rPr>
              <a:t>शब्द- चुपचाप, शोर, किसान, बादल, बस्ता, सूरज, बकरी, गिलहरी </a:t>
            </a:r>
          </a:p>
          <a:p>
            <a:r>
              <a:rPr lang="hi-IN" dirty="0">
                <a:solidFill>
                  <a:srgbClr val="1B2A44"/>
                </a:solidFill>
              </a:rPr>
              <a:t>Hint 1- wiggle </a:t>
            </a:r>
          </a:p>
          <a:p>
            <a:r>
              <a:rPr lang="en-IN" dirty="0">
                <a:solidFill>
                  <a:srgbClr val="1B2A44"/>
                </a:solidFill>
              </a:rPr>
              <a:t>H</a:t>
            </a:r>
            <a:r>
              <a:rPr lang="hi-IN" dirty="0">
                <a:solidFill>
                  <a:srgbClr val="1B2A44"/>
                </a:solidFill>
              </a:rPr>
              <a:t>int 2- सही शब्द है- चुपचाप  </a:t>
            </a:r>
          </a:p>
          <a:p>
            <a:r>
              <a:rPr lang="en-IN" dirty="0">
                <a:solidFill>
                  <a:srgbClr val="1B2A44"/>
                </a:solidFill>
              </a:rPr>
              <a:t>H</a:t>
            </a:r>
            <a:r>
              <a:rPr lang="hi-IN" dirty="0">
                <a:solidFill>
                  <a:srgbClr val="1B2A44"/>
                </a:solidFill>
              </a:rPr>
              <a:t>int 3- hand nudge </a:t>
            </a:r>
          </a:p>
          <a:p>
            <a:endParaRPr lang="hi-IN" dirty="0">
              <a:solidFill>
                <a:srgbClr val="1B2A44"/>
              </a:solidFill>
            </a:endParaRPr>
          </a:p>
          <a:p>
            <a:r>
              <a:rPr lang="hi-IN" dirty="0">
                <a:solidFill>
                  <a:srgbClr val="1B2A44"/>
                </a:solidFill>
              </a:rPr>
              <a:t>Hint 1- wiggle </a:t>
            </a:r>
          </a:p>
          <a:p>
            <a:r>
              <a:rPr lang="en-IN" dirty="0">
                <a:solidFill>
                  <a:srgbClr val="1B2A44"/>
                </a:solidFill>
              </a:rPr>
              <a:t>H</a:t>
            </a:r>
            <a:r>
              <a:rPr lang="hi-IN" dirty="0">
                <a:solidFill>
                  <a:srgbClr val="1B2A44"/>
                </a:solidFill>
              </a:rPr>
              <a:t>int 2- सही शब्द है-शोर  </a:t>
            </a:r>
          </a:p>
          <a:p>
            <a:r>
              <a:rPr lang="en-IN" dirty="0">
                <a:solidFill>
                  <a:srgbClr val="1B2A44"/>
                </a:solidFill>
              </a:rPr>
              <a:t>H</a:t>
            </a:r>
            <a:r>
              <a:rPr lang="hi-IN" dirty="0">
                <a:solidFill>
                  <a:srgbClr val="1B2A44"/>
                </a:solidFill>
              </a:rPr>
              <a:t>int 3- hand nudge </a:t>
            </a:r>
          </a:p>
          <a:p>
            <a:endParaRPr lang="hi-IN" dirty="0">
              <a:solidFill>
                <a:srgbClr val="1B2A44"/>
              </a:solidFill>
            </a:endParaRPr>
          </a:p>
          <a:p>
            <a:r>
              <a:rPr lang="hi-IN" dirty="0">
                <a:solidFill>
                  <a:srgbClr val="1B2A44"/>
                </a:solidFill>
              </a:rPr>
              <a:t>Hint 1- wiggle </a:t>
            </a:r>
          </a:p>
          <a:p>
            <a:r>
              <a:rPr lang="en-IN" dirty="0">
                <a:solidFill>
                  <a:srgbClr val="1B2A44"/>
                </a:solidFill>
              </a:rPr>
              <a:t>H</a:t>
            </a:r>
            <a:r>
              <a:rPr lang="hi-IN" dirty="0">
                <a:solidFill>
                  <a:srgbClr val="1B2A44"/>
                </a:solidFill>
              </a:rPr>
              <a:t>int 2- सही शब्द है- किसान </a:t>
            </a:r>
          </a:p>
          <a:p>
            <a:r>
              <a:rPr lang="en-IN" dirty="0">
                <a:solidFill>
                  <a:srgbClr val="1B2A44"/>
                </a:solidFill>
              </a:rPr>
              <a:t>H</a:t>
            </a:r>
            <a:r>
              <a:rPr lang="hi-IN" dirty="0">
                <a:solidFill>
                  <a:srgbClr val="1B2A44"/>
                </a:solidFill>
              </a:rPr>
              <a:t>int 3- hand nudge </a:t>
            </a:r>
          </a:p>
          <a:p>
            <a:endParaRPr lang="hi-IN" dirty="0">
              <a:solidFill>
                <a:srgbClr val="1B2A44"/>
              </a:solidFill>
            </a:endParaRPr>
          </a:p>
          <a:p>
            <a:r>
              <a:rPr lang="hi-IN" dirty="0">
                <a:solidFill>
                  <a:srgbClr val="1B2A44"/>
                </a:solidFill>
              </a:rPr>
              <a:t>Hint 1- wiggle </a:t>
            </a:r>
          </a:p>
          <a:p>
            <a:r>
              <a:rPr lang="en-IN" dirty="0">
                <a:solidFill>
                  <a:srgbClr val="1B2A44"/>
                </a:solidFill>
              </a:rPr>
              <a:t>H</a:t>
            </a:r>
            <a:r>
              <a:rPr lang="hi-IN" dirty="0">
                <a:solidFill>
                  <a:srgbClr val="1B2A44"/>
                </a:solidFill>
              </a:rPr>
              <a:t>int 2- सही शब्द है- बादल </a:t>
            </a:r>
          </a:p>
          <a:p>
            <a:r>
              <a:rPr lang="en-IN" dirty="0">
                <a:solidFill>
                  <a:srgbClr val="1B2A44"/>
                </a:solidFill>
              </a:rPr>
              <a:t>H</a:t>
            </a:r>
            <a:r>
              <a:rPr lang="hi-IN" dirty="0">
                <a:solidFill>
                  <a:srgbClr val="1B2A44"/>
                </a:solidFill>
              </a:rPr>
              <a:t>int 3- hand nudge </a:t>
            </a:r>
          </a:p>
          <a:p>
            <a:r>
              <a:rPr lang="hi-IN" dirty="0">
                <a:solidFill>
                  <a:srgbClr val="1B2A44"/>
                </a:solidFill>
              </a:rPr>
              <a:t>Hint 1- wiggle </a:t>
            </a:r>
          </a:p>
          <a:p>
            <a:r>
              <a:rPr lang="en-IN" dirty="0">
                <a:solidFill>
                  <a:srgbClr val="1B2A44"/>
                </a:solidFill>
              </a:rPr>
              <a:t>H</a:t>
            </a:r>
            <a:r>
              <a:rPr lang="hi-IN" dirty="0">
                <a:solidFill>
                  <a:srgbClr val="1B2A44"/>
                </a:solidFill>
              </a:rPr>
              <a:t>int 2- सही शब्द है- बस्ता  </a:t>
            </a:r>
          </a:p>
          <a:p>
            <a:r>
              <a:rPr lang="en-IN" dirty="0">
                <a:solidFill>
                  <a:srgbClr val="1B2A44"/>
                </a:solidFill>
              </a:rPr>
              <a:t>H</a:t>
            </a:r>
            <a:r>
              <a:rPr lang="hi-IN" dirty="0">
                <a:solidFill>
                  <a:srgbClr val="1B2A44"/>
                </a:solidFill>
              </a:rPr>
              <a:t>int 3- hand nudge </a:t>
            </a:r>
          </a:p>
          <a:p>
            <a:endParaRPr lang="hi-IN" dirty="0">
              <a:solidFill>
                <a:srgbClr val="1B2A44"/>
              </a:solidFill>
            </a:endParaRPr>
          </a:p>
          <a:p>
            <a:r>
              <a:rPr lang="hi-IN" dirty="0">
                <a:solidFill>
                  <a:srgbClr val="1B2A44"/>
                </a:solidFill>
              </a:rPr>
              <a:t>Hint 1- wiggle </a:t>
            </a:r>
          </a:p>
          <a:p>
            <a:r>
              <a:rPr lang="en-IN" dirty="0">
                <a:solidFill>
                  <a:srgbClr val="1B2A44"/>
                </a:solidFill>
              </a:rPr>
              <a:t>H</a:t>
            </a:r>
            <a:r>
              <a:rPr lang="hi-IN" dirty="0">
                <a:solidFill>
                  <a:srgbClr val="1B2A44"/>
                </a:solidFill>
              </a:rPr>
              <a:t>int 2- सही शब्द है- सूरज </a:t>
            </a:r>
          </a:p>
          <a:p>
            <a:r>
              <a:rPr lang="en-IN" dirty="0">
                <a:solidFill>
                  <a:srgbClr val="1B2A44"/>
                </a:solidFill>
              </a:rPr>
              <a:t>H</a:t>
            </a:r>
            <a:r>
              <a:rPr lang="hi-IN" dirty="0">
                <a:solidFill>
                  <a:srgbClr val="1B2A44"/>
                </a:solidFill>
              </a:rPr>
              <a:t>int 3- hand nudge </a:t>
            </a:r>
          </a:p>
          <a:p>
            <a:endParaRPr lang="hi-IN" dirty="0">
              <a:solidFill>
                <a:srgbClr val="1B2A44"/>
              </a:solidFill>
            </a:endParaRPr>
          </a:p>
          <a:p>
            <a:r>
              <a:rPr lang="hi-IN" dirty="0">
                <a:solidFill>
                  <a:srgbClr val="1B2A44"/>
                </a:solidFill>
              </a:rPr>
              <a:t>Hint 1- wiggle </a:t>
            </a:r>
          </a:p>
          <a:p>
            <a:r>
              <a:rPr lang="en-IN" dirty="0">
                <a:solidFill>
                  <a:srgbClr val="1B2A44"/>
                </a:solidFill>
              </a:rPr>
              <a:t>H</a:t>
            </a:r>
            <a:r>
              <a:rPr lang="hi-IN" dirty="0">
                <a:solidFill>
                  <a:srgbClr val="1B2A44"/>
                </a:solidFill>
              </a:rPr>
              <a:t>int 2- सही शब्द है- बकरी </a:t>
            </a:r>
          </a:p>
          <a:p>
            <a:r>
              <a:rPr lang="en-IN" dirty="0">
                <a:solidFill>
                  <a:srgbClr val="1B2A44"/>
                </a:solidFill>
              </a:rPr>
              <a:t>H</a:t>
            </a:r>
            <a:r>
              <a:rPr lang="hi-IN" dirty="0">
                <a:solidFill>
                  <a:srgbClr val="1B2A44"/>
                </a:solidFill>
              </a:rPr>
              <a:t>int 3- hand nudge </a:t>
            </a:r>
          </a:p>
          <a:p>
            <a:endParaRPr lang="hi-IN" dirty="0">
              <a:solidFill>
                <a:srgbClr val="1B2A44"/>
              </a:solidFill>
            </a:endParaRPr>
          </a:p>
          <a:p>
            <a:r>
              <a:rPr lang="hi-IN" dirty="0">
                <a:solidFill>
                  <a:srgbClr val="1B2A44"/>
                </a:solidFill>
              </a:rPr>
              <a:t>Hint 1- wiggle </a:t>
            </a:r>
          </a:p>
          <a:p>
            <a:r>
              <a:rPr lang="en-IN" dirty="0">
                <a:solidFill>
                  <a:srgbClr val="1B2A44"/>
                </a:solidFill>
              </a:rPr>
              <a:t>H</a:t>
            </a:r>
            <a:r>
              <a:rPr lang="hi-IN" dirty="0">
                <a:solidFill>
                  <a:srgbClr val="1B2A44"/>
                </a:solidFill>
              </a:rPr>
              <a:t>int 2- सही शब्द है- गिलहरी  </a:t>
            </a:r>
          </a:p>
          <a:p>
            <a:r>
              <a:rPr lang="en-IN" dirty="0">
                <a:solidFill>
                  <a:srgbClr val="1B2A44"/>
                </a:solidFill>
              </a:rPr>
              <a:t>H</a:t>
            </a:r>
            <a:r>
              <a:rPr lang="hi-IN" dirty="0">
                <a:solidFill>
                  <a:srgbClr val="1B2A44"/>
                </a:solidFill>
              </a:rPr>
              <a:t>int 3- hand nudge </a:t>
            </a:r>
          </a:p>
          <a:p>
            <a:endParaRPr lang="hi-IN" dirty="0">
              <a:solidFill>
                <a:srgbClr val="1B2A44"/>
              </a:solidFill>
            </a:endParaRPr>
          </a:p>
          <a:p>
            <a:endParaRPr lang="hi-IN" dirty="0">
              <a:solidFill>
                <a:srgbClr val="1B2A44"/>
              </a:solidFill>
            </a:endParaRPr>
          </a:p>
          <a:p>
            <a:endParaRPr lang="hi-IN" dirty="0">
              <a:solidFill>
                <a:srgbClr val="1B2A44"/>
              </a:solidFill>
            </a:endParaRPr>
          </a:p>
          <a:p>
            <a:endParaRPr lang="hi-IN" sz="1600" dirty="0"/>
          </a:p>
          <a:p>
            <a:pPr marL="342900" indent="-342900">
              <a:buAutoNum type="arabicPeriod"/>
            </a:pPr>
            <a:endParaRPr lang="hi-IN" sz="1600" dirty="0"/>
          </a:p>
          <a:p>
            <a:endParaRPr lang="hi-IN" sz="1600" b="1" dirty="0">
              <a:solidFill>
                <a:srgbClr val="0B3D8C"/>
              </a:solidFill>
            </a:endParaRPr>
          </a:p>
          <a:p>
            <a:endParaRPr lang="hi-IN" sz="1600" b="1" dirty="0">
              <a:solidFill>
                <a:srgbClr val="0B3D8C"/>
              </a:solidFill>
            </a:endParaRPr>
          </a:p>
          <a:p>
            <a:endParaRPr sz="1600" b="1" dirty="0">
              <a:solidFill>
                <a:srgbClr val="0B3D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823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25 · 25_CELEBRATION.png</a:t>
            </a:r>
          </a:p>
        </p:txBody>
      </p:sp>
      <p:pic>
        <p:nvPicPr>
          <p:cNvPr id="3" name="Picture 2" descr="25_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3D8C"/>
                </a:solidFill>
              </a:rPr>
              <a:t>Recommendations</a:t>
            </a:r>
          </a:p>
          <a:p>
            <a:r>
              <a:rPr sz="1300" dirty="0">
                <a:solidFill>
                  <a:srgbClr val="1B2A44"/>
                </a:solidFill>
              </a:rPr>
              <a:t>• Celebration.</a:t>
            </a:r>
            <a:endParaRPr lang="en-US" sz="1300" dirty="0">
              <a:solidFill>
                <a:srgbClr val="1B2A44"/>
              </a:solidFill>
            </a:endParaRPr>
          </a:p>
          <a:p>
            <a:r>
              <a:rPr lang="hi-IN" sz="1300" dirty="0">
                <a:solidFill>
                  <a:srgbClr val="1B2A44"/>
                </a:solidFill>
              </a:rPr>
              <a:t>शाबाश! आपने कर दिखाया । </a:t>
            </a:r>
            <a:endParaRPr sz="1300" dirty="0">
              <a:solidFill>
                <a:srgbClr val="1B2A4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1431</TotalTime>
  <Words>2419</Words>
  <Application>Microsoft Office PowerPoint</Application>
  <PresentationFormat>Widescreen</PresentationFormat>
  <Paragraphs>369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Bindu Gupta</cp:lastModifiedBy>
  <cp:revision>1</cp:revision>
  <dcterms:created xsi:type="dcterms:W3CDTF">2013-01-27T09:14:16Z</dcterms:created>
  <dcterms:modified xsi:type="dcterms:W3CDTF">2026-10-09T05:46:25Z</dcterms:modified>
  <cp:category/>
</cp:coreProperties>
</file>